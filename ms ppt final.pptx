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68" r:id="rId1"/>
  </p:sldMasterIdLst>
  <p:notesMasterIdLst>
    <p:notesMasterId r:id="rId18"/>
  </p:notesMasterIdLst>
  <p:sldIdLst>
    <p:sldId id="765" r:id="rId2"/>
    <p:sldId id="768" r:id="rId3"/>
    <p:sldId id="769" r:id="rId4"/>
    <p:sldId id="770" r:id="rId5"/>
    <p:sldId id="771" r:id="rId6"/>
    <p:sldId id="773" r:id="rId7"/>
    <p:sldId id="774" r:id="rId8"/>
    <p:sldId id="775" r:id="rId9"/>
    <p:sldId id="776" r:id="rId10"/>
    <p:sldId id="782" r:id="rId11"/>
    <p:sldId id="777" r:id="rId12"/>
    <p:sldId id="778" r:id="rId13"/>
    <p:sldId id="779" r:id="rId14"/>
    <p:sldId id="780" r:id="rId15"/>
    <p:sldId id="781" r:id="rId16"/>
    <p:sldId id="783"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91" autoAdjust="0"/>
    <p:restoredTop sz="94660"/>
  </p:normalViewPr>
  <p:slideViewPr>
    <p:cSldViewPr snapToGrid="0">
      <p:cViewPr varScale="1">
        <p:scale>
          <a:sx n="117" d="100"/>
          <a:sy n="117" d="100"/>
        </p:scale>
        <p:origin x="296" y="184"/>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diagrams/_rels/data2.xml.rels><?xml version="1.0" encoding="UTF-8" standalone="yes"?>
<Relationships xmlns="http://schemas.openxmlformats.org/package/2006/relationships"><Relationship Id="rId8" Type="http://schemas.openxmlformats.org/officeDocument/2006/relationships/image" Target="../media/image11.svg"/><Relationship Id="rId3" Type="http://schemas.openxmlformats.org/officeDocument/2006/relationships/image" Target="../media/image6.png"/><Relationship Id="rId7" Type="http://schemas.openxmlformats.org/officeDocument/2006/relationships/image" Target="../media/image10.png"/><Relationship Id="rId12" Type="http://schemas.openxmlformats.org/officeDocument/2006/relationships/image" Target="../media/image15.svg"/><Relationship Id="rId2" Type="http://schemas.openxmlformats.org/officeDocument/2006/relationships/image" Target="../media/image5.svg"/><Relationship Id="rId1" Type="http://schemas.openxmlformats.org/officeDocument/2006/relationships/image" Target="../media/image4.png"/><Relationship Id="rId6" Type="http://schemas.openxmlformats.org/officeDocument/2006/relationships/image" Target="../media/image9.svg"/><Relationship Id="rId11" Type="http://schemas.openxmlformats.org/officeDocument/2006/relationships/image" Target="../media/image14.png"/><Relationship Id="rId5" Type="http://schemas.openxmlformats.org/officeDocument/2006/relationships/image" Target="../media/image8.png"/><Relationship Id="rId10" Type="http://schemas.openxmlformats.org/officeDocument/2006/relationships/image" Target="../media/image13.svg"/><Relationship Id="rId4" Type="http://schemas.openxmlformats.org/officeDocument/2006/relationships/image" Target="../media/image7.svg"/><Relationship Id="rId9" Type="http://schemas.openxmlformats.org/officeDocument/2006/relationships/image" Target="../media/image12.png"/></Relationships>
</file>

<file path=ppt/diagrams/_rels/drawing2.xml.rels><?xml version="1.0" encoding="UTF-8" standalone="yes"?>
<Relationships xmlns="http://schemas.openxmlformats.org/package/2006/relationships"><Relationship Id="rId8" Type="http://schemas.openxmlformats.org/officeDocument/2006/relationships/image" Target="../media/image11.svg"/><Relationship Id="rId3" Type="http://schemas.openxmlformats.org/officeDocument/2006/relationships/image" Target="../media/image6.png"/><Relationship Id="rId7" Type="http://schemas.openxmlformats.org/officeDocument/2006/relationships/image" Target="../media/image10.png"/><Relationship Id="rId12" Type="http://schemas.openxmlformats.org/officeDocument/2006/relationships/image" Target="../media/image15.svg"/><Relationship Id="rId2" Type="http://schemas.openxmlformats.org/officeDocument/2006/relationships/image" Target="../media/image5.svg"/><Relationship Id="rId1" Type="http://schemas.openxmlformats.org/officeDocument/2006/relationships/image" Target="../media/image4.png"/><Relationship Id="rId6" Type="http://schemas.openxmlformats.org/officeDocument/2006/relationships/image" Target="../media/image9.svg"/><Relationship Id="rId11" Type="http://schemas.openxmlformats.org/officeDocument/2006/relationships/image" Target="../media/image14.png"/><Relationship Id="rId5" Type="http://schemas.openxmlformats.org/officeDocument/2006/relationships/image" Target="../media/image8.png"/><Relationship Id="rId10" Type="http://schemas.openxmlformats.org/officeDocument/2006/relationships/image" Target="../media/image13.svg"/><Relationship Id="rId4" Type="http://schemas.openxmlformats.org/officeDocument/2006/relationships/image" Target="../media/image7.svg"/><Relationship Id="rId9" Type="http://schemas.openxmlformats.org/officeDocument/2006/relationships/image" Target="../media/image12.png"/></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B6B6115-DA5F-473D-9E87-49DF6F633C0E}"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DFA81465-31D5-47AE-8BCE-DE636A53C053}">
      <dgm:prSet/>
      <dgm:spPr/>
      <dgm:t>
        <a:bodyPr/>
        <a:lstStyle/>
        <a:p>
          <a:r>
            <a:rPr lang="en-IN" b="1"/>
            <a:t>Layers:</a:t>
          </a:r>
          <a:endParaRPr lang="en-US"/>
        </a:p>
      </dgm:t>
    </dgm:pt>
    <dgm:pt modelId="{37FF1370-4D4D-4352-BE92-E073530C6A26}" type="parTrans" cxnId="{51D27392-546D-41D2-B77E-4FC64D74191D}">
      <dgm:prSet/>
      <dgm:spPr/>
      <dgm:t>
        <a:bodyPr/>
        <a:lstStyle/>
        <a:p>
          <a:endParaRPr lang="en-US"/>
        </a:p>
      </dgm:t>
    </dgm:pt>
    <dgm:pt modelId="{0B52542B-1F14-4871-AD3B-1A717DAC9D39}" type="sibTrans" cxnId="{51D27392-546D-41D2-B77E-4FC64D74191D}">
      <dgm:prSet/>
      <dgm:spPr/>
      <dgm:t>
        <a:bodyPr/>
        <a:lstStyle/>
        <a:p>
          <a:endParaRPr lang="en-US"/>
        </a:p>
      </dgm:t>
    </dgm:pt>
    <dgm:pt modelId="{EA83C22D-7766-479A-9F8E-A33E3476E9B8}">
      <dgm:prSet/>
      <dgm:spPr/>
      <dgm:t>
        <a:bodyPr/>
        <a:lstStyle/>
        <a:p>
          <a:r>
            <a:rPr lang="en-IN"/>
            <a:t>Client Layer (React Frontend)</a:t>
          </a:r>
          <a:endParaRPr lang="en-US"/>
        </a:p>
      </dgm:t>
    </dgm:pt>
    <dgm:pt modelId="{5DC16D49-7CFA-4F3E-BA3D-B42CE53DEBBE}" type="parTrans" cxnId="{B3675B7E-9CB6-41AB-B428-EF79A8DC10F7}">
      <dgm:prSet/>
      <dgm:spPr/>
      <dgm:t>
        <a:bodyPr/>
        <a:lstStyle/>
        <a:p>
          <a:endParaRPr lang="en-US"/>
        </a:p>
      </dgm:t>
    </dgm:pt>
    <dgm:pt modelId="{49E6C8C3-EBC8-4337-8A3A-44F6B4775E6C}" type="sibTrans" cxnId="{B3675B7E-9CB6-41AB-B428-EF79A8DC10F7}">
      <dgm:prSet/>
      <dgm:spPr/>
      <dgm:t>
        <a:bodyPr/>
        <a:lstStyle/>
        <a:p>
          <a:endParaRPr lang="en-US"/>
        </a:p>
      </dgm:t>
    </dgm:pt>
    <dgm:pt modelId="{0897636A-94E7-43F3-A1EC-52A9C956ECC5}">
      <dgm:prSet/>
      <dgm:spPr/>
      <dgm:t>
        <a:bodyPr/>
        <a:lstStyle/>
        <a:p>
          <a:r>
            <a:rPr lang="en-IN"/>
            <a:t>API Gateway Layer</a:t>
          </a:r>
          <a:endParaRPr lang="en-US"/>
        </a:p>
      </dgm:t>
    </dgm:pt>
    <dgm:pt modelId="{12CFA8F8-B417-4CB5-9AB0-D60C36A9A46E}" type="parTrans" cxnId="{89B6C079-E541-4445-8B23-BB0846D725D2}">
      <dgm:prSet/>
      <dgm:spPr/>
      <dgm:t>
        <a:bodyPr/>
        <a:lstStyle/>
        <a:p>
          <a:endParaRPr lang="en-US"/>
        </a:p>
      </dgm:t>
    </dgm:pt>
    <dgm:pt modelId="{4846BB9A-3C16-4BB6-A65A-DD43D160B196}" type="sibTrans" cxnId="{89B6C079-E541-4445-8B23-BB0846D725D2}">
      <dgm:prSet/>
      <dgm:spPr/>
      <dgm:t>
        <a:bodyPr/>
        <a:lstStyle/>
        <a:p>
          <a:endParaRPr lang="en-US"/>
        </a:p>
      </dgm:t>
    </dgm:pt>
    <dgm:pt modelId="{86C047CF-63FB-49D7-8AD8-1C35010890DC}">
      <dgm:prSet/>
      <dgm:spPr/>
      <dgm:t>
        <a:bodyPr/>
        <a:lstStyle/>
        <a:p>
          <a:r>
            <a:rPr lang="en-IN"/>
            <a:t>Microservices Layer</a:t>
          </a:r>
          <a:endParaRPr lang="en-US"/>
        </a:p>
      </dgm:t>
    </dgm:pt>
    <dgm:pt modelId="{D0DCA2B6-D8E2-409D-9801-8F45058C920B}" type="parTrans" cxnId="{A8F7E548-F36B-4252-BD01-977705C2040D}">
      <dgm:prSet/>
      <dgm:spPr/>
      <dgm:t>
        <a:bodyPr/>
        <a:lstStyle/>
        <a:p>
          <a:endParaRPr lang="en-US"/>
        </a:p>
      </dgm:t>
    </dgm:pt>
    <dgm:pt modelId="{BE79F479-6A60-4F55-9029-60DC1520C456}" type="sibTrans" cxnId="{A8F7E548-F36B-4252-BD01-977705C2040D}">
      <dgm:prSet/>
      <dgm:spPr/>
      <dgm:t>
        <a:bodyPr/>
        <a:lstStyle/>
        <a:p>
          <a:endParaRPr lang="en-US"/>
        </a:p>
      </dgm:t>
    </dgm:pt>
    <dgm:pt modelId="{513F670F-84C6-41DC-8EBE-E05E0F0DA0C8}">
      <dgm:prSet/>
      <dgm:spPr/>
      <dgm:t>
        <a:bodyPr/>
        <a:lstStyle/>
        <a:p>
          <a:r>
            <a:rPr lang="en-IN"/>
            <a:t>Database Layer</a:t>
          </a:r>
          <a:endParaRPr lang="en-US"/>
        </a:p>
      </dgm:t>
    </dgm:pt>
    <dgm:pt modelId="{36A8CAA2-7CF4-40F2-87AF-FDD49D5297BF}" type="parTrans" cxnId="{3A2C0CC5-15B7-478A-B09E-CC1FA97FC8AA}">
      <dgm:prSet/>
      <dgm:spPr/>
      <dgm:t>
        <a:bodyPr/>
        <a:lstStyle/>
        <a:p>
          <a:endParaRPr lang="en-US"/>
        </a:p>
      </dgm:t>
    </dgm:pt>
    <dgm:pt modelId="{B2E228D4-3724-4CA3-B89A-5A90053A5457}" type="sibTrans" cxnId="{3A2C0CC5-15B7-478A-B09E-CC1FA97FC8AA}">
      <dgm:prSet/>
      <dgm:spPr/>
      <dgm:t>
        <a:bodyPr/>
        <a:lstStyle/>
        <a:p>
          <a:endParaRPr lang="en-US"/>
        </a:p>
      </dgm:t>
    </dgm:pt>
    <dgm:pt modelId="{90B8FD28-8210-4B36-A47B-1D3335BF4801}">
      <dgm:prSet/>
      <dgm:spPr/>
      <dgm:t>
        <a:bodyPr/>
        <a:lstStyle/>
        <a:p>
          <a:r>
            <a:rPr lang="en-IN"/>
            <a:t>Service Discovery Layer (Eureka)</a:t>
          </a:r>
          <a:endParaRPr lang="en-US"/>
        </a:p>
      </dgm:t>
    </dgm:pt>
    <dgm:pt modelId="{973DEB3C-0E01-4A9E-9161-38425DB65102}" type="parTrans" cxnId="{768C4F4A-D8D4-4B2C-A955-C240D888BF80}">
      <dgm:prSet/>
      <dgm:spPr/>
      <dgm:t>
        <a:bodyPr/>
        <a:lstStyle/>
        <a:p>
          <a:endParaRPr lang="en-US"/>
        </a:p>
      </dgm:t>
    </dgm:pt>
    <dgm:pt modelId="{FAB021F0-7342-4EBC-B1FB-618D49F19C1E}" type="sibTrans" cxnId="{768C4F4A-D8D4-4B2C-A955-C240D888BF80}">
      <dgm:prSet/>
      <dgm:spPr/>
      <dgm:t>
        <a:bodyPr/>
        <a:lstStyle/>
        <a:p>
          <a:endParaRPr lang="en-US"/>
        </a:p>
      </dgm:t>
    </dgm:pt>
    <dgm:pt modelId="{7A08516C-3052-4AA6-92DC-801AC07371BA}">
      <dgm:prSet/>
      <dgm:spPr/>
      <dgm:t>
        <a:bodyPr/>
        <a:lstStyle/>
        <a:p>
          <a:r>
            <a:rPr lang="en-IN" b="1"/>
            <a:t>Flow:</a:t>
          </a:r>
          <a:br>
            <a:rPr lang="en-IN"/>
          </a:br>
          <a:r>
            <a:rPr lang="en-IN"/>
            <a:t>Client → API Gateway → Microservices → Databases</a:t>
          </a:r>
          <a:endParaRPr lang="en-US"/>
        </a:p>
      </dgm:t>
    </dgm:pt>
    <dgm:pt modelId="{D1CE16B8-8841-45E2-A54C-C4C0C54F4C57}" type="parTrans" cxnId="{4F326CF0-2A72-43A1-8325-FFCF0FCF9B1D}">
      <dgm:prSet/>
      <dgm:spPr/>
      <dgm:t>
        <a:bodyPr/>
        <a:lstStyle/>
        <a:p>
          <a:endParaRPr lang="en-US"/>
        </a:p>
      </dgm:t>
    </dgm:pt>
    <dgm:pt modelId="{2378C9D6-1B0E-4074-8B95-442BCA6373FE}" type="sibTrans" cxnId="{4F326CF0-2A72-43A1-8325-FFCF0FCF9B1D}">
      <dgm:prSet/>
      <dgm:spPr/>
      <dgm:t>
        <a:bodyPr/>
        <a:lstStyle/>
        <a:p>
          <a:endParaRPr lang="en-US"/>
        </a:p>
      </dgm:t>
    </dgm:pt>
    <dgm:pt modelId="{A40AB4C0-6F56-4CC6-9FC4-0C0924B3E773}" type="pres">
      <dgm:prSet presAssocID="{AB6B6115-DA5F-473D-9E87-49DF6F633C0E}" presName="linear" presStyleCnt="0">
        <dgm:presLayoutVars>
          <dgm:animLvl val="lvl"/>
          <dgm:resizeHandles val="exact"/>
        </dgm:presLayoutVars>
      </dgm:prSet>
      <dgm:spPr/>
    </dgm:pt>
    <dgm:pt modelId="{43254269-82C6-4C83-9BBB-9AA11DCD57B6}" type="pres">
      <dgm:prSet presAssocID="{DFA81465-31D5-47AE-8BCE-DE636A53C053}" presName="parentText" presStyleLbl="node1" presStyleIdx="0" presStyleCnt="7">
        <dgm:presLayoutVars>
          <dgm:chMax val="0"/>
          <dgm:bulletEnabled val="1"/>
        </dgm:presLayoutVars>
      </dgm:prSet>
      <dgm:spPr/>
    </dgm:pt>
    <dgm:pt modelId="{B4EE401E-AB17-4207-9D44-8A1824586B99}" type="pres">
      <dgm:prSet presAssocID="{0B52542B-1F14-4871-AD3B-1A717DAC9D39}" presName="spacer" presStyleCnt="0"/>
      <dgm:spPr/>
    </dgm:pt>
    <dgm:pt modelId="{0EE79510-1593-453C-A9D1-3986D1B5C445}" type="pres">
      <dgm:prSet presAssocID="{EA83C22D-7766-479A-9F8E-A33E3476E9B8}" presName="parentText" presStyleLbl="node1" presStyleIdx="1" presStyleCnt="7">
        <dgm:presLayoutVars>
          <dgm:chMax val="0"/>
          <dgm:bulletEnabled val="1"/>
        </dgm:presLayoutVars>
      </dgm:prSet>
      <dgm:spPr/>
    </dgm:pt>
    <dgm:pt modelId="{9CDD0042-2094-4109-ACD6-20900BB5F031}" type="pres">
      <dgm:prSet presAssocID="{49E6C8C3-EBC8-4337-8A3A-44F6B4775E6C}" presName="spacer" presStyleCnt="0"/>
      <dgm:spPr/>
    </dgm:pt>
    <dgm:pt modelId="{45F0A39B-4DD7-45CB-96A8-11056AA25DD9}" type="pres">
      <dgm:prSet presAssocID="{0897636A-94E7-43F3-A1EC-52A9C956ECC5}" presName="parentText" presStyleLbl="node1" presStyleIdx="2" presStyleCnt="7">
        <dgm:presLayoutVars>
          <dgm:chMax val="0"/>
          <dgm:bulletEnabled val="1"/>
        </dgm:presLayoutVars>
      </dgm:prSet>
      <dgm:spPr/>
    </dgm:pt>
    <dgm:pt modelId="{777261CC-A9E8-43D1-BFA6-A8307ABF16DF}" type="pres">
      <dgm:prSet presAssocID="{4846BB9A-3C16-4BB6-A65A-DD43D160B196}" presName="spacer" presStyleCnt="0"/>
      <dgm:spPr/>
    </dgm:pt>
    <dgm:pt modelId="{FECF0A39-BF68-4B6A-BE19-F68A84F9A73D}" type="pres">
      <dgm:prSet presAssocID="{86C047CF-63FB-49D7-8AD8-1C35010890DC}" presName="parentText" presStyleLbl="node1" presStyleIdx="3" presStyleCnt="7">
        <dgm:presLayoutVars>
          <dgm:chMax val="0"/>
          <dgm:bulletEnabled val="1"/>
        </dgm:presLayoutVars>
      </dgm:prSet>
      <dgm:spPr/>
    </dgm:pt>
    <dgm:pt modelId="{AEA86434-4406-4D0C-8F71-21E196E90654}" type="pres">
      <dgm:prSet presAssocID="{BE79F479-6A60-4F55-9029-60DC1520C456}" presName="spacer" presStyleCnt="0"/>
      <dgm:spPr/>
    </dgm:pt>
    <dgm:pt modelId="{EE0D83AD-CFD0-480C-8672-464811C196C5}" type="pres">
      <dgm:prSet presAssocID="{513F670F-84C6-41DC-8EBE-E05E0F0DA0C8}" presName="parentText" presStyleLbl="node1" presStyleIdx="4" presStyleCnt="7">
        <dgm:presLayoutVars>
          <dgm:chMax val="0"/>
          <dgm:bulletEnabled val="1"/>
        </dgm:presLayoutVars>
      </dgm:prSet>
      <dgm:spPr/>
    </dgm:pt>
    <dgm:pt modelId="{D7D80AD3-3F7D-4C03-9B98-B81824B16407}" type="pres">
      <dgm:prSet presAssocID="{B2E228D4-3724-4CA3-B89A-5A90053A5457}" presName="spacer" presStyleCnt="0"/>
      <dgm:spPr/>
    </dgm:pt>
    <dgm:pt modelId="{4A75043F-1206-4785-874A-857990A6F4BE}" type="pres">
      <dgm:prSet presAssocID="{90B8FD28-8210-4B36-A47B-1D3335BF4801}" presName="parentText" presStyleLbl="node1" presStyleIdx="5" presStyleCnt="7">
        <dgm:presLayoutVars>
          <dgm:chMax val="0"/>
          <dgm:bulletEnabled val="1"/>
        </dgm:presLayoutVars>
      </dgm:prSet>
      <dgm:spPr/>
    </dgm:pt>
    <dgm:pt modelId="{BF80811E-0B2A-44D1-B999-55CC26AB08CB}" type="pres">
      <dgm:prSet presAssocID="{FAB021F0-7342-4EBC-B1FB-618D49F19C1E}" presName="spacer" presStyleCnt="0"/>
      <dgm:spPr/>
    </dgm:pt>
    <dgm:pt modelId="{1D561C58-C326-4AAC-9544-AA2646817493}" type="pres">
      <dgm:prSet presAssocID="{7A08516C-3052-4AA6-92DC-801AC07371BA}" presName="parentText" presStyleLbl="node1" presStyleIdx="6" presStyleCnt="7">
        <dgm:presLayoutVars>
          <dgm:chMax val="0"/>
          <dgm:bulletEnabled val="1"/>
        </dgm:presLayoutVars>
      </dgm:prSet>
      <dgm:spPr/>
    </dgm:pt>
  </dgm:ptLst>
  <dgm:cxnLst>
    <dgm:cxn modelId="{18A52D0A-2153-4106-B237-ABF6E4520502}" type="presOf" srcId="{AB6B6115-DA5F-473D-9E87-49DF6F633C0E}" destId="{A40AB4C0-6F56-4CC6-9FC4-0C0924B3E773}" srcOrd="0" destOrd="0" presId="urn:microsoft.com/office/officeart/2005/8/layout/vList2"/>
    <dgm:cxn modelId="{3436FC24-E074-461F-99A8-1E0EAAFC5623}" type="presOf" srcId="{86C047CF-63FB-49D7-8AD8-1C35010890DC}" destId="{FECF0A39-BF68-4B6A-BE19-F68A84F9A73D}" srcOrd="0" destOrd="0" presId="urn:microsoft.com/office/officeart/2005/8/layout/vList2"/>
    <dgm:cxn modelId="{189CF146-4169-4AA9-9E12-77E902C9FE8E}" type="presOf" srcId="{DFA81465-31D5-47AE-8BCE-DE636A53C053}" destId="{43254269-82C6-4C83-9BBB-9AA11DCD57B6}" srcOrd="0" destOrd="0" presId="urn:microsoft.com/office/officeart/2005/8/layout/vList2"/>
    <dgm:cxn modelId="{A8F7E548-F36B-4252-BD01-977705C2040D}" srcId="{AB6B6115-DA5F-473D-9E87-49DF6F633C0E}" destId="{86C047CF-63FB-49D7-8AD8-1C35010890DC}" srcOrd="3" destOrd="0" parTransId="{D0DCA2B6-D8E2-409D-9801-8F45058C920B}" sibTransId="{BE79F479-6A60-4F55-9029-60DC1520C456}"/>
    <dgm:cxn modelId="{768C4F4A-D8D4-4B2C-A955-C240D888BF80}" srcId="{AB6B6115-DA5F-473D-9E87-49DF6F633C0E}" destId="{90B8FD28-8210-4B36-A47B-1D3335BF4801}" srcOrd="5" destOrd="0" parTransId="{973DEB3C-0E01-4A9E-9161-38425DB65102}" sibTransId="{FAB021F0-7342-4EBC-B1FB-618D49F19C1E}"/>
    <dgm:cxn modelId="{957ED257-D17C-40FF-8AA4-161D5434A735}" type="presOf" srcId="{7A08516C-3052-4AA6-92DC-801AC07371BA}" destId="{1D561C58-C326-4AAC-9544-AA2646817493}" srcOrd="0" destOrd="0" presId="urn:microsoft.com/office/officeart/2005/8/layout/vList2"/>
    <dgm:cxn modelId="{89B6C079-E541-4445-8B23-BB0846D725D2}" srcId="{AB6B6115-DA5F-473D-9E87-49DF6F633C0E}" destId="{0897636A-94E7-43F3-A1EC-52A9C956ECC5}" srcOrd="2" destOrd="0" parTransId="{12CFA8F8-B417-4CB5-9AB0-D60C36A9A46E}" sibTransId="{4846BB9A-3C16-4BB6-A65A-DD43D160B196}"/>
    <dgm:cxn modelId="{B3675B7E-9CB6-41AB-B428-EF79A8DC10F7}" srcId="{AB6B6115-DA5F-473D-9E87-49DF6F633C0E}" destId="{EA83C22D-7766-479A-9F8E-A33E3476E9B8}" srcOrd="1" destOrd="0" parTransId="{5DC16D49-7CFA-4F3E-BA3D-B42CE53DEBBE}" sibTransId="{49E6C8C3-EBC8-4337-8A3A-44F6B4775E6C}"/>
    <dgm:cxn modelId="{4631918B-28DD-4C36-B491-BC7F96B4A08D}" type="presOf" srcId="{90B8FD28-8210-4B36-A47B-1D3335BF4801}" destId="{4A75043F-1206-4785-874A-857990A6F4BE}" srcOrd="0" destOrd="0" presId="urn:microsoft.com/office/officeart/2005/8/layout/vList2"/>
    <dgm:cxn modelId="{51D27392-546D-41D2-B77E-4FC64D74191D}" srcId="{AB6B6115-DA5F-473D-9E87-49DF6F633C0E}" destId="{DFA81465-31D5-47AE-8BCE-DE636A53C053}" srcOrd="0" destOrd="0" parTransId="{37FF1370-4D4D-4352-BE92-E073530C6A26}" sibTransId="{0B52542B-1F14-4871-AD3B-1A717DAC9D39}"/>
    <dgm:cxn modelId="{FBE16E97-AAD9-41C0-9AF7-1AE847109E5D}" type="presOf" srcId="{0897636A-94E7-43F3-A1EC-52A9C956ECC5}" destId="{45F0A39B-4DD7-45CB-96A8-11056AA25DD9}" srcOrd="0" destOrd="0" presId="urn:microsoft.com/office/officeart/2005/8/layout/vList2"/>
    <dgm:cxn modelId="{3A2C0CC5-15B7-478A-B09E-CC1FA97FC8AA}" srcId="{AB6B6115-DA5F-473D-9E87-49DF6F633C0E}" destId="{513F670F-84C6-41DC-8EBE-E05E0F0DA0C8}" srcOrd="4" destOrd="0" parTransId="{36A8CAA2-7CF4-40F2-87AF-FDD49D5297BF}" sibTransId="{B2E228D4-3724-4CA3-B89A-5A90053A5457}"/>
    <dgm:cxn modelId="{4F326CF0-2A72-43A1-8325-FFCF0FCF9B1D}" srcId="{AB6B6115-DA5F-473D-9E87-49DF6F633C0E}" destId="{7A08516C-3052-4AA6-92DC-801AC07371BA}" srcOrd="6" destOrd="0" parTransId="{D1CE16B8-8841-45E2-A54C-C4C0C54F4C57}" sibTransId="{2378C9D6-1B0E-4074-8B95-442BCA6373FE}"/>
    <dgm:cxn modelId="{5C2491FA-36A5-49DF-8D17-576830AC9941}" type="presOf" srcId="{EA83C22D-7766-479A-9F8E-A33E3476E9B8}" destId="{0EE79510-1593-453C-A9D1-3986D1B5C445}" srcOrd="0" destOrd="0" presId="urn:microsoft.com/office/officeart/2005/8/layout/vList2"/>
    <dgm:cxn modelId="{587396FF-2ACA-4D91-B751-F9E0A28C1363}" type="presOf" srcId="{513F670F-84C6-41DC-8EBE-E05E0F0DA0C8}" destId="{EE0D83AD-CFD0-480C-8672-464811C196C5}" srcOrd="0" destOrd="0" presId="urn:microsoft.com/office/officeart/2005/8/layout/vList2"/>
    <dgm:cxn modelId="{EBBE13D5-D068-4803-B104-F883FBE1CAE0}" type="presParOf" srcId="{A40AB4C0-6F56-4CC6-9FC4-0C0924B3E773}" destId="{43254269-82C6-4C83-9BBB-9AA11DCD57B6}" srcOrd="0" destOrd="0" presId="urn:microsoft.com/office/officeart/2005/8/layout/vList2"/>
    <dgm:cxn modelId="{A28CB6C2-EC6A-46A8-8054-C70232619DF5}" type="presParOf" srcId="{A40AB4C0-6F56-4CC6-9FC4-0C0924B3E773}" destId="{B4EE401E-AB17-4207-9D44-8A1824586B99}" srcOrd="1" destOrd="0" presId="urn:microsoft.com/office/officeart/2005/8/layout/vList2"/>
    <dgm:cxn modelId="{7422691C-3ECF-40A6-8732-501B61690575}" type="presParOf" srcId="{A40AB4C0-6F56-4CC6-9FC4-0C0924B3E773}" destId="{0EE79510-1593-453C-A9D1-3986D1B5C445}" srcOrd="2" destOrd="0" presId="urn:microsoft.com/office/officeart/2005/8/layout/vList2"/>
    <dgm:cxn modelId="{8D60D635-BE27-4E05-A85F-FC1A8BC8587F}" type="presParOf" srcId="{A40AB4C0-6F56-4CC6-9FC4-0C0924B3E773}" destId="{9CDD0042-2094-4109-ACD6-20900BB5F031}" srcOrd="3" destOrd="0" presId="urn:microsoft.com/office/officeart/2005/8/layout/vList2"/>
    <dgm:cxn modelId="{0520FC9A-19CD-4B3A-AF64-2155E19F58ED}" type="presParOf" srcId="{A40AB4C0-6F56-4CC6-9FC4-0C0924B3E773}" destId="{45F0A39B-4DD7-45CB-96A8-11056AA25DD9}" srcOrd="4" destOrd="0" presId="urn:microsoft.com/office/officeart/2005/8/layout/vList2"/>
    <dgm:cxn modelId="{E4F73B98-8E54-4580-A9E0-2AEFF4C74A5C}" type="presParOf" srcId="{A40AB4C0-6F56-4CC6-9FC4-0C0924B3E773}" destId="{777261CC-A9E8-43D1-BFA6-A8307ABF16DF}" srcOrd="5" destOrd="0" presId="urn:microsoft.com/office/officeart/2005/8/layout/vList2"/>
    <dgm:cxn modelId="{F4F94DC3-BA3F-4AFE-8462-6F645354EFBD}" type="presParOf" srcId="{A40AB4C0-6F56-4CC6-9FC4-0C0924B3E773}" destId="{FECF0A39-BF68-4B6A-BE19-F68A84F9A73D}" srcOrd="6" destOrd="0" presId="urn:microsoft.com/office/officeart/2005/8/layout/vList2"/>
    <dgm:cxn modelId="{88E23BD1-7AA4-4DB9-854D-4C65BA8E986D}" type="presParOf" srcId="{A40AB4C0-6F56-4CC6-9FC4-0C0924B3E773}" destId="{AEA86434-4406-4D0C-8F71-21E196E90654}" srcOrd="7" destOrd="0" presId="urn:microsoft.com/office/officeart/2005/8/layout/vList2"/>
    <dgm:cxn modelId="{871579EC-86EC-4F95-9D70-A6A5CEE463A8}" type="presParOf" srcId="{A40AB4C0-6F56-4CC6-9FC4-0C0924B3E773}" destId="{EE0D83AD-CFD0-480C-8672-464811C196C5}" srcOrd="8" destOrd="0" presId="urn:microsoft.com/office/officeart/2005/8/layout/vList2"/>
    <dgm:cxn modelId="{411F549B-58D1-4E73-88D6-EA15504D51D6}" type="presParOf" srcId="{A40AB4C0-6F56-4CC6-9FC4-0C0924B3E773}" destId="{D7D80AD3-3F7D-4C03-9B98-B81824B16407}" srcOrd="9" destOrd="0" presId="urn:microsoft.com/office/officeart/2005/8/layout/vList2"/>
    <dgm:cxn modelId="{A055B394-1EC3-4C79-8E7F-904257F4FDCD}" type="presParOf" srcId="{A40AB4C0-6F56-4CC6-9FC4-0C0924B3E773}" destId="{4A75043F-1206-4785-874A-857990A6F4BE}" srcOrd="10" destOrd="0" presId="urn:microsoft.com/office/officeart/2005/8/layout/vList2"/>
    <dgm:cxn modelId="{D34A62DF-7F75-4D43-8A8D-772408FBE45E}" type="presParOf" srcId="{A40AB4C0-6F56-4CC6-9FC4-0C0924B3E773}" destId="{BF80811E-0B2A-44D1-B999-55CC26AB08CB}" srcOrd="11" destOrd="0" presId="urn:microsoft.com/office/officeart/2005/8/layout/vList2"/>
    <dgm:cxn modelId="{30373C76-0313-4387-84F0-13798B687437}" type="presParOf" srcId="{A40AB4C0-6F56-4CC6-9FC4-0C0924B3E773}" destId="{1D561C58-C326-4AAC-9544-AA2646817493}" srcOrd="12"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9830A3F6-BA14-4E5C-AE79-9DBA3EF1BE07}" type="doc">
      <dgm:prSet loTypeId="urn:microsoft.com/office/officeart/2018/2/layout/IconLabelList" loCatId="icon" qsTypeId="urn:microsoft.com/office/officeart/2005/8/quickstyle/simple1" qsCatId="simple" csTypeId="urn:microsoft.com/office/officeart/2005/8/colors/accent1_2" csCatId="accent1" phldr="1"/>
      <dgm:spPr/>
      <dgm:t>
        <a:bodyPr/>
        <a:lstStyle/>
        <a:p>
          <a:endParaRPr lang="en-US"/>
        </a:p>
      </dgm:t>
    </dgm:pt>
    <dgm:pt modelId="{C7B4FF76-B85F-45F0-B13A-D609F694C812}">
      <dgm:prSet/>
      <dgm:spPr/>
      <dgm:t>
        <a:bodyPr/>
        <a:lstStyle/>
        <a:p>
          <a:pPr>
            <a:lnSpc>
              <a:spcPct val="100000"/>
            </a:lnSpc>
          </a:pPr>
          <a:r>
            <a:rPr lang="en-US" b="1"/>
            <a:t>Components Included:</a:t>
          </a:r>
          <a:endParaRPr lang="en-US"/>
        </a:p>
      </dgm:t>
    </dgm:pt>
    <dgm:pt modelId="{269C6DE9-F504-4F53-A093-3D7AFDAE69F9}" type="parTrans" cxnId="{1D2E30C6-7C62-4145-AF59-91FBF932B38C}">
      <dgm:prSet/>
      <dgm:spPr/>
      <dgm:t>
        <a:bodyPr/>
        <a:lstStyle/>
        <a:p>
          <a:endParaRPr lang="en-US"/>
        </a:p>
      </dgm:t>
    </dgm:pt>
    <dgm:pt modelId="{BE01D9BB-C4EB-41EE-9265-61F0A0EBA0BD}" type="sibTrans" cxnId="{1D2E30C6-7C62-4145-AF59-91FBF932B38C}">
      <dgm:prSet/>
      <dgm:spPr/>
      <dgm:t>
        <a:bodyPr/>
        <a:lstStyle/>
        <a:p>
          <a:endParaRPr lang="en-US"/>
        </a:p>
      </dgm:t>
    </dgm:pt>
    <dgm:pt modelId="{DDF7FFE5-4579-4655-9C7B-DF9A6087E1EE}">
      <dgm:prSet/>
      <dgm:spPr/>
      <dgm:t>
        <a:bodyPr/>
        <a:lstStyle/>
        <a:p>
          <a:pPr>
            <a:lnSpc>
              <a:spcPct val="100000"/>
            </a:lnSpc>
          </a:pPr>
          <a:r>
            <a:rPr lang="en-US"/>
            <a:t>React Frontend</a:t>
          </a:r>
        </a:p>
      </dgm:t>
    </dgm:pt>
    <dgm:pt modelId="{DA7F4DE5-3A84-477E-A3F9-0B3CE5063182}" type="parTrans" cxnId="{AB4270D6-7FA4-426E-93EB-DF8FCF8C81AB}">
      <dgm:prSet/>
      <dgm:spPr/>
      <dgm:t>
        <a:bodyPr/>
        <a:lstStyle/>
        <a:p>
          <a:endParaRPr lang="en-US"/>
        </a:p>
      </dgm:t>
    </dgm:pt>
    <dgm:pt modelId="{A1F229F1-8B96-441A-84C7-1B54B9C6CF26}" type="sibTrans" cxnId="{AB4270D6-7FA4-426E-93EB-DF8FCF8C81AB}">
      <dgm:prSet/>
      <dgm:spPr/>
      <dgm:t>
        <a:bodyPr/>
        <a:lstStyle/>
        <a:p>
          <a:endParaRPr lang="en-US"/>
        </a:p>
      </dgm:t>
    </dgm:pt>
    <dgm:pt modelId="{CE1A93BC-973A-494C-B1C8-A6432EDA21AC}">
      <dgm:prSet/>
      <dgm:spPr/>
      <dgm:t>
        <a:bodyPr/>
        <a:lstStyle/>
        <a:p>
          <a:pPr>
            <a:lnSpc>
              <a:spcPct val="100000"/>
            </a:lnSpc>
          </a:pPr>
          <a:r>
            <a:rPr lang="en-US"/>
            <a:t>API Gateway</a:t>
          </a:r>
        </a:p>
      </dgm:t>
    </dgm:pt>
    <dgm:pt modelId="{AB62539E-0BA9-4E23-AAEE-C9995D177340}" type="parTrans" cxnId="{7242C0E1-FE45-4396-8151-097959D30C9B}">
      <dgm:prSet/>
      <dgm:spPr/>
      <dgm:t>
        <a:bodyPr/>
        <a:lstStyle/>
        <a:p>
          <a:endParaRPr lang="en-US"/>
        </a:p>
      </dgm:t>
    </dgm:pt>
    <dgm:pt modelId="{AEA145E4-DE06-44D4-ADB2-EF5B35D5A9F7}" type="sibTrans" cxnId="{7242C0E1-FE45-4396-8151-097959D30C9B}">
      <dgm:prSet/>
      <dgm:spPr/>
      <dgm:t>
        <a:bodyPr/>
        <a:lstStyle/>
        <a:p>
          <a:endParaRPr lang="en-US"/>
        </a:p>
      </dgm:t>
    </dgm:pt>
    <dgm:pt modelId="{CB9541F3-778F-4019-A256-B00D1AAD2CD9}">
      <dgm:prSet/>
      <dgm:spPr/>
      <dgm:t>
        <a:bodyPr/>
        <a:lstStyle/>
        <a:p>
          <a:pPr>
            <a:lnSpc>
              <a:spcPct val="100000"/>
            </a:lnSpc>
          </a:pPr>
          <a:r>
            <a:rPr lang="en-US"/>
            <a:t>Auth, Customer, Account, Transaction Services</a:t>
          </a:r>
        </a:p>
      </dgm:t>
    </dgm:pt>
    <dgm:pt modelId="{7F1ECD6F-2E80-46FB-9FCE-952ACF1C3A8D}" type="parTrans" cxnId="{C92CC40F-8DB4-4E63-BE4D-88F7088D7836}">
      <dgm:prSet/>
      <dgm:spPr/>
      <dgm:t>
        <a:bodyPr/>
        <a:lstStyle/>
        <a:p>
          <a:endParaRPr lang="en-US"/>
        </a:p>
      </dgm:t>
    </dgm:pt>
    <dgm:pt modelId="{0719A578-48F1-4737-9F2A-EB75C05C651C}" type="sibTrans" cxnId="{C92CC40F-8DB4-4E63-BE4D-88F7088D7836}">
      <dgm:prSet/>
      <dgm:spPr/>
      <dgm:t>
        <a:bodyPr/>
        <a:lstStyle/>
        <a:p>
          <a:endParaRPr lang="en-US"/>
        </a:p>
      </dgm:t>
    </dgm:pt>
    <dgm:pt modelId="{9B8F2434-2479-4410-94EB-A62090A70F86}">
      <dgm:prSet/>
      <dgm:spPr/>
      <dgm:t>
        <a:bodyPr/>
        <a:lstStyle/>
        <a:p>
          <a:pPr>
            <a:lnSpc>
              <a:spcPct val="100000"/>
            </a:lnSpc>
          </a:pPr>
          <a:r>
            <a:rPr lang="en-US"/>
            <a:t>Individual Databases</a:t>
          </a:r>
        </a:p>
      </dgm:t>
    </dgm:pt>
    <dgm:pt modelId="{7B43DFE6-06C0-4E87-BADC-6B1C0487D486}" type="parTrans" cxnId="{1BCCECEB-7282-4C57-A5F7-27407F58577D}">
      <dgm:prSet/>
      <dgm:spPr/>
      <dgm:t>
        <a:bodyPr/>
        <a:lstStyle/>
        <a:p>
          <a:endParaRPr lang="en-US"/>
        </a:p>
      </dgm:t>
    </dgm:pt>
    <dgm:pt modelId="{2FC92C46-8952-4697-92EB-9C4CBD6F7139}" type="sibTrans" cxnId="{1BCCECEB-7282-4C57-A5F7-27407F58577D}">
      <dgm:prSet/>
      <dgm:spPr/>
      <dgm:t>
        <a:bodyPr/>
        <a:lstStyle/>
        <a:p>
          <a:endParaRPr lang="en-US"/>
        </a:p>
      </dgm:t>
    </dgm:pt>
    <dgm:pt modelId="{76A6D325-41E8-4D03-89C6-C2A638447C5D}">
      <dgm:prSet/>
      <dgm:spPr/>
      <dgm:t>
        <a:bodyPr/>
        <a:lstStyle/>
        <a:p>
          <a:pPr>
            <a:lnSpc>
              <a:spcPct val="100000"/>
            </a:lnSpc>
          </a:pPr>
          <a:r>
            <a:rPr lang="en-US"/>
            <a:t>Eureka Server</a:t>
          </a:r>
        </a:p>
      </dgm:t>
    </dgm:pt>
    <dgm:pt modelId="{A9F263F2-24C4-4B61-8223-C8181FE74D00}" type="parTrans" cxnId="{FECC07C3-DC2C-457F-8D71-EDBEC9EC91B0}">
      <dgm:prSet/>
      <dgm:spPr/>
      <dgm:t>
        <a:bodyPr/>
        <a:lstStyle/>
        <a:p>
          <a:endParaRPr lang="en-US"/>
        </a:p>
      </dgm:t>
    </dgm:pt>
    <dgm:pt modelId="{BF160A64-DF9A-4876-B08B-65949503CA96}" type="sibTrans" cxnId="{FECC07C3-DC2C-457F-8D71-EDBEC9EC91B0}">
      <dgm:prSet/>
      <dgm:spPr/>
      <dgm:t>
        <a:bodyPr/>
        <a:lstStyle/>
        <a:p>
          <a:endParaRPr lang="en-US"/>
        </a:p>
      </dgm:t>
    </dgm:pt>
    <dgm:pt modelId="{7DE1D1B8-0BF8-4DCB-B3B5-0A7969B1F5AD}" type="pres">
      <dgm:prSet presAssocID="{9830A3F6-BA14-4E5C-AE79-9DBA3EF1BE07}" presName="root" presStyleCnt="0">
        <dgm:presLayoutVars>
          <dgm:dir/>
          <dgm:resizeHandles val="exact"/>
        </dgm:presLayoutVars>
      </dgm:prSet>
      <dgm:spPr/>
    </dgm:pt>
    <dgm:pt modelId="{A13533F9-36EB-4F4B-AC6E-BCE2E77DFAA3}" type="pres">
      <dgm:prSet presAssocID="{C7B4FF76-B85F-45F0-B13A-D609F694C812}" presName="compNode" presStyleCnt="0"/>
      <dgm:spPr/>
    </dgm:pt>
    <dgm:pt modelId="{C698A79B-3AD0-4A53-A1B9-4FBA7D117484}" type="pres">
      <dgm:prSet presAssocID="{C7B4FF76-B85F-45F0-B13A-D609F694C812}" presName="iconRect" presStyleLbl="node1" presStyleIdx="0" presStyleCnt="6"/>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Gears"/>
        </a:ext>
      </dgm:extLst>
    </dgm:pt>
    <dgm:pt modelId="{3ACD472A-4632-4265-8AFF-DFF2207A2F70}" type="pres">
      <dgm:prSet presAssocID="{C7B4FF76-B85F-45F0-B13A-D609F694C812}" presName="spaceRect" presStyleCnt="0"/>
      <dgm:spPr/>
    </dgm:pt>
    <dgm:pt modelId="{73C08F09-A269-4E7D-A24F-D08F1841AD00}" type="pres">
      <dgm:prSet presAssocID="{C7B4FF76-B85F-45F0-B13A-D609F694C812}" presName="textRect" presStyleLbl="revTx" presStyleIdx="0" presStyleCnt="6">
        <dgm:presLayoutVars>
          <dgm:chMax val="1"/>
          <dgm:chPref val="1"/>
        </dgm:presLayoutVars>
      </dgm:prSet>
      <dgm:spPr/>
    </dgm:pt>
    <dgm:pt modelId="{9D36CAC5-4EC7-4064-B1A3-4FA358B2E86F}" type="pres">
      <dgm:prSet presAssocID="{BE01D9BB-C4EB-41EE-9265-61F0A0EBA0BD}" presName="sibTrans" presStyleCnt="0"/>
      <dgm:spPr/>
    </dgm:pt>
    <dgm:pt modelId="{415AB9C9-AFD5-4CE2-8D93-1C716DA1B708}" type="pres">
      <dgm:prSet presAssocID="{DDF7FFE5-4579-4655-9C7B-DF9A6087E1EE}" presName="compNode" presStyleCnt="0"/>
      <dgm:spPr/>
    </dgm:pt>
    <dgm:pt modelId="{2E04C4E8-E689-4DA4-9A47-262E7D7F9590}" type="pres">
      <dgm:prSet presAssocID="{DDF7FFE5-4579-4655-9C7B-DF9A6087E1EE}" presName="iconRect" presStyleLbl="node1" presStyleIdx="1" presStyleCnt="6"/>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Checkmark"/>
        </a:ext>
      </dgm:extLst>
    </dgm:pt>
    <dgm:pt modelId="{1CA6AEBA-A640-4AD7-AFC4-5808866AB039}" type="pres">
      <dgm:prSet presAssocID="{DDF7FFE5-4579-4655-9C7B-DF9A6087E1EE}" presName="spaceRect" presStyleCnt="0"/>
      <dgm:spPr/>
    </dgm:pt>
    <dgm:pt modelId="{37541A25-0F3E-4E5F-8B1F-436E05CDEA9E}" type="pres">
      <dgm:prSet presAssocID="{DDF7FFE5-4579-4655-9C7B-DF9A6087E1EE}" presName="textRect" presStyleLbl="revTx" presStyleIdx="1" presStyleCnt="6">
        <dgm:presLayoutVars>
          <dgm:chMax val="1"/>
          <dgm:chPref val="1"/>
        </dgm:presLayoutVars>
      </dgm:prSet>
      <dgm:spPr/>
    </dgm:pt>
    <dgm:pt modelId="{689DEA14-5A32-4586-ACD8-5F1454C2CF0B}" type="pres">
      <dgm:prSet presAssocID="{A1F229F1-8B96-441A-84C7-1B54B9C6CF26}" presName="sibTrans" presStyleCnt="0"/>
      <dgm:spPr/>
    </dgm:pt>
    <dgm:pt modelId="{6AFD9F69-10C8-4168-B0AC-229EED93E1CF}" type="pres">
      <dgm:prSet presAssocID="{CE1A93BC-973A-494C-B1C8-A6432EDA21AC}" presName="compNode" presStyleCnt="0"/>
      <dgm:spPr/>
    </dgm:pt>
    <dgm:pt modelId="{CC5F6A75-6922-463E-A090-14E962203E73}" type="pres">
      <dgm:prSet presAssocID="{CE1A93BC-973A-494C-B1C8-A6432EDA21AC}" presName="iconRect" presStyleLbl="node1" presStyleIdx="2" presStyleCnt="6"/>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Database"/>
        </a:ext>
      </dgm:extLst>
    </dgm:pt>
    <dgm:pt modelId="{13C57C65-FB60-432E-803C-701FA40B32B0}" type="pres">
      <dgm:prSet presAssocID="{CE1A93BC-973A-494C-B1C8-A6432EDA21AC}" presName="spaceRect" presStyleCnt="0"/>
      <dgm:spPr/>
    </dgm:pt>
    <dgm:pt modelId="{A19DA773-4EA6-4A7F-A3B5-789A2B1E8880}" type="pres">
      <dgm:prSet presAssocID="{CE1A93BC-973A-494C-B1C8-A6432EDA21AC}" presName="textRect" presStyleLbl="revTx" presStyleIdx="2" presStyleCnt="6">
        <dgm:presLayoutVars>
          <dgm:chMax val="1"/>
          <dgm:chPref val="1"/>
        </dgm:presLayoutVars>
      </dgm:prSet>
      <dgm:spPr/>
    </dgm:pt>
    <dgm:pt modelId="{CEB67A15-24C0-43DD-B3AE-6FD55489B272}" type="pres">
      <dgm:prSet presAssocID="{AEA145E4-DE06-44D4-ADB2-EF5B35D5A9F7}" presName="sibTrans" presStyleCnt="0"/>
      <dgm:spPr/>
    </dgm:pt>
    <dgm:pt modelId="{E13A7663-68FD-493C-B06D-2F8FB685B6A1}" type="pres">
      <dgm:prSet presAssocID="{CB9541F3-778F-4019-A256-B00D1AAD2CD9}" presName="compNode" presStyleCnt="0"/>
      <dgm:spPr/>
    </dgm:pt>
    <dgm:pt modelId="{FCBE5289-E8E1-4C05-9BEE-6318CB82035F}" type="pres">
      <dgm:prSet presAssocID="{CB9541F3-778F-4019-A256-B00D1AAD2CD9}" presName="iconRect" presStyleLbl="node1" presStyleIdx="3" presStyleCnt="6"/>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Bank Check"/>
        </a:ext>
      </dgm:extLst>
    </dgm:pt>
    <dgm:pt modelId="{D07D4DA5-32A3-4E64-AA1C-80A44D67F3A5}" type="pres">
      <dgm:prSet presAssocID="{CB9541F3-778F-4019-A256-B00D1AAD2CD9}" presName="spaceRect" presStyleCnt="0"/>
      <dgm:spPr/>
    </dgm:pt>
    <dgm:pt modelId="{7795B086-FC5B-491C-82C1-17345FAEB93A}" type="pres">
      <dgm:prSet presAssocID="{CB9541F3-778F-4019-A256-B00D1AAD2CD9}" presName="textRect" presStyleLbl="revTx" presStyleIdx="3" presStyleCnt="6">
        <dgm:presLayoutVars>
          <dgm:chMax val="1"/>
          <dgm:chPref val="1"/>
        </dgm:presLayoutVars>
      </dgm:prSet>
      <dgm:spPr/>
    </dgm:pt>
    <dgm:pt modelId="{6043232A-8A7A-4395-A94E-2EB73062A683}" type="pres">
      <dgm:prSet presAssocID="{0719A578-48F1-4737-9F2A-EB75C05C651C}" presName="sibTrans" presStyleCnt="0"/>
      <dgm:spPr/>
    </dgm:pt>
    <dgm:pt modelId="{3824CD5F-F1A4-46A1-991D-0534009BA08A}" type="pres">
      <dgm:prSet presAssocID="{9B8F2434-2479-4410-94EB-A62090A70F86}" presName="compNode" presStyleCnt="0"/>
      <dgm:spPr/>
    </dgm:pt>
    <dgm:pt modelId="{CB58B9F8-A2AB-493F-A87F-8AAEB2758CEB}" type="pres">
      <dgm:prSet presAssocID="{9B8F2434-2479-4410-94EB-A62090A70F86}" presName="iconRect" presStyleLbl="node1" presStyleIdx="4" presStyleCnt="6"/>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dgm:spPr>
      <dgm:extLst>
        <a:ext uri="{E40237B7-FDA0-4F09-8148-C483321AD2D9}">
          <dgm14:cNvPr xmlns:dgm14="http://schemas.microsoft.com/office/drawing/2010/diagram" id="0" name="" descr="User"/>
        </a:ext>
      </dgm:extLst>
    </dgm:pt>
    <dgm:pt modelId="{C109CC69-4D01-43B1-8258-82AD101EF3DC}" type="pres">
      <dgm:prSet presAssocID="{9B8F2434-2479-4410-94EB-A62090A70F86}" presName="spaceRect" presStyleCnt="0"/>
      <dgm:spPr/>
    </dgm:pt>
    <dgm:pt modelId="{59B68D32-B3B5-4459-A467-B3BC8C4A8D8B}" type="pres">
      <dgm:prSet presAssocID="{9B8F2434-2479-4410-94EB-A62090A70F86}" presName="textRect" presStyleLbl="revTx" presStyleIdx="4" presStyleCnt="6">
        <dgm:presLayoutVars>
          <dgm:chMax val="1"/>
          <dgm:chPref val="1"/>
        </dgm:presLayoutVars>
      </dgm:prSet>
      <dgm:spPr/>
    </dgm:pt>
    <dgm:pt modelId="{8897B9E8-7D08-4628-8BAA-96B70C03FAEA}" type="pres">
      <dgm:prSet presAssocID="{2FC92C46-8952-4697-92EB-9C4CBD6F7139}" presName="sibTrans" presStyleCnt="0"/>
      <dgm:spPr/>
    </dgm:pt>
    <dgm:pt modelId="{8ED39F2F-F9D8-4601-BA36-C60EC419F826}" type="pres">
      <dgm:prSet presAssocID="{76A6D325-41E8-4D03-89C6-C2A638447C5D}" presName="compNode" presStyleCnt="0"/>
      <dgm:spPr/>
    </dgm:pt>
    <dgm:pt modelId="{DE96143F-F9F4-43DF-A1FF-44759BD5140E}" type="pres">
      <dgm:prSet presAssocID="{76A6D325-41E8-4D03-89C6-C2A638447C5D}" presName="iconRect" presStyleLbl="node1" presStyleIdx="5" presStyleCnt="6"/>
      <dgm:spPr>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dgm:spPr>
      <dgm:extLst>
        <a:ext uri="{E40237B7-FDA0-4F09-8148-C483321AD2D9}">
          <dgm14:cNvPr xmlns:dgm14="http://schemas.microsoft.com/office/drawing/2010/diagram" id="0" name="" descr="Atom"/>
        </a:ext>
      </dgm:extLst>
    </dgm:pt>
    <dgm:pt modelId="{82EC880B-5CEB-46B8-BF40-09AE771A85C5}" type="pres">
      <dgm:prSet presAssocID="{76A6D325-41E8-4D03-89C6-C2A638447C5D}" presName="spaceRect" presStyleCnt="0"/>
      <dgm:spPr/>
    </dgm:pt>
    <dgm:pt modelId="{FAB76950-CCD7-41AA-9035-384D201761B8}" type="pres">
      <dgm:prSet presAssocID="{76A6D325-41E8-4D03-89C6-C2A638447C5D}" presName="textRect" presStyleLbl="revTx" presStyleIdx="5" presStyleCnt="6">
        <dgm:presLayoutVars>
          <dgm:chMax val="1"/>
          <dgm:chPref val="1"/>
        </dgm:presLayoutVars>
      </dgm:prSet>
      <dgm:spPr/>
    </dgm:pt>
  </dgm:ptLst>
  <dgm:cxnLst>
    <dgm:cxn modelId="{C92CC40F-8DB4-4E63-BE4D-88F7088D7836}" srcId="{9830A3F6-BA14-4E5C-AE79-9DBA3EF1BE07}" destId="{CB9541F3-778F-4019-A256-B00D1AAD2CD9}" srcOrd="3" destOrd="0" parTransId="{7F1ECD6F-2E80-46FB-9FCE-952ACF1C3A8D}" sibTransId="{0719A578-48F1-4737-9F2A-EB75C05C651C}"/>
    <dgm:cxn modelId="{10BB7310-B042-47C8-A2DB-FBA53634BAED}" type="presOf" srcId="{DDF7FFE5-4579-4655-9C7B-DF9A6087E1EE}" destId="{37541A25-0F3E-4E5F-8B1F-436E05CDEA9E}" srcOrd="0" destOrd="0" presId="urn:microsoft.com/office/officeart/2018/2/layout/IconLabelList"/>
    <dgm:cxn modelId="{60A8A255-1F5B-4DE8-B331-B513CEFD8B5B}" type="presOf" srcId="{9B8F2434-2479-4410-94EB-A62090A70F86}" destId="{59B68D32-B3B5-4459-A467-B3BC8C4A8D8B}" srcOrd="0" destOrd="0" presId="urn:microsoft.com/office/officeart/2018/2/layout/IconLabelList"/>
    <dgm:cxn modelId="{2FBC0E65-8F1D-4D47-B0F6-187FAD850805}" type="presOf" srcId="{C7B4FF76-B85F-45F0-B13A-D609F694C812}" destId="{73C08F09-A269-4E7D-A24F-D08F1841AD00}" srcOrd="0" destOrd="0" presId="urn:microsoft.com/office/officeart/2018/2/layout/IconLabelList"/>
    <dgm:cxn modelId="{82D7A7A4-6F21-4D85-833B-864043050765}" type="presOf" srcId="{CE1A93BC-973A-494C-B1C8-A6432EDA21AC}" destId="{A19DA773-4EA6-4A7F-A3B5-789A2B1E8880}" srcOrd="0" destOrd="0" presId="urn:microsoft.com/office/officeart/2018/2/layout/IconLabelList"/>
    <dgm:cxn modelId="{FECC07C3-DC2C-457F-8D71-EDBEC9EC91B0}" srcId="{9830A3F6-BA14-4E5C-AE79-9DBA3EF1BE07}" destId="{76A6D325-41E8-4D03-89C6-C2A638447C5D}" srcOrd="5" destOrd="0" parTransId="{A9F263F2-24C4-4B61-8223-C8181FE74D00}" sibTransId="{BF160A64-DF9A-4876-B08B-65949503CA96}"/>
    <dgm:cxn modelId="{1D2E30C6-7C62-4145-AF59-91FBF932B38C}" srcId="{9830A3F6-BA14-4E5C-AE79-9DBA3EF1BE07}" destId="{C7B4FF76-B85F-45F0-B13A-D609F694C812}" srcOrd="0" destOrd="0" parTransId="{269C6DE9-F504-4F53-A093-3D7AFDAE69F9}" sibTransId="{BE01D9BB-C4EB-41EE-9265-61F0A0EBA0BD}"/>
    <dgm:cxn modelId="{AB4270D6-7FA4-426E-93EB-DF8FCF8C81AB}" srcId="{9830A3F6-BA14-4E5C-AE79-9DBA3EF1BE07}" destId="{DDF7FFE5-4579-4655-9C7B-DF9A6087E1EE}" srcOrd="1" destOrd="0" parTransId="{DA7F4DE5-3A84-477E-A3F9-0B3CE5063182}" sibTransId="{A1F229F1-8B96-441A-84C7-1B54B9C6CF26}"/>
    <dgm:cxn modelId="{6883A6D8-A20A-453A-AD3D-303313357256}" type="presOf" srcId="{CB9541F3-778F-4019-A256-B00D1AAD2CD9}" destId="{7795B086-FC5B-491C-82C1-17345FAEB93A}" srcOrd="0" destOrd="0" presId="urn:microsoft.com/office/officeart/2018/2/layout/IconLabelList"/>
    <dgm:cxn modelId="{932B30D9-57B2-42F4-AD95-6E03598646AF}" type="presOf" srcId="{76A6D325-41E8-4D03-89C6-C2A638447C5D}" destId="{FAB76950-CCD7-41AA-9035-384D201761B8}" srcOrd="0" destOrd="0" presId="urn:microsoft.com/office/officeart/2018/2/layout/IconLabelList"/>
    <dgm:cxn modelId="{7242C0E1-FE45-4396-8151-097959D30C9B}" srcId="{9830A3F6-BA14-4E5C-AE79-9DBA3EF1BE07}" destId="{CE1A93BC-973A-494C-B1C8-A6432EDA21AC}" srcOrd="2" destOrd="0" parTransId="{AB62539E-0BA9-4E23-AAEE-C9995D177340}" sibTransId="{AEA145E4-DE06-44D4-ADB2-EF5B35D5A9F7}"/>
    <dgm:cxn modelId="{1BCCECEB-7282-4C57-A5F7-27407F58577D}" srcId="{9830A3F6-BA14-4E5C-AE79-9DBA3EF1BE07}" destId="{9B8F2434-2479-4410-94EB-A62090A70F86}" srcOrd="4" destOrd="0" parTransId="{7B43DFE6-06C0-4E87-BADC-6B1C0487D486}" sibTransId="{2FC92C46-8952-4697-92EB-9C4CBD6F7139}"/>
    <dgm:cxn modelId="{72BA1DF9-6844-4CD7-A7F5-1471B863F198}" type="presOf" srcId="{9830A3F6-BA14-4E5C-AE79-9DBA3EF1BE07}" destId="{7DE1D1B8-0BF8-4DCB-B3B5-0A7969B1F5AD}" srcOrd="0" destOrd="0" presId="urn:microsoft.com/office/officeart/2018/2/layout/IconLabelList"/>
    <dgm:cxn modelId="{17DE9799-B864-491A-AE47-33D242B65FBC}" type="presParOf" srcId="{7DE1D1B8-0BF8-4DCB-B3B5-0A7969B1F5AD}" destId="{A13533F9-36EB-4F4B-AC6E-BCE2E77DFAA3}" srcOrd="0" destOrd="0" presId="urn:microsoft.com/office/officeart/2018/2/layout/IconLabelList"/>
    <dgm:cxn modelId="{1C02D7E0-9AAC-43B6-B5B1-A21540939A14}" type="presParOf" srcId="{A13533F9-36EB-4F4B-AC6E-BCE2E77DFAA3}" destId="{C698A79B-3AD0-4A53-A1B9-4FBA7D117484}" srcOrd="0" destOrd="0" presId="urn:microsoft.com/office/officeart/2018/2/layout/IconLabelList"/>
    <dgm:cxn modelId="{A65E6A71-57FC-412D-8EEC-D106345A516C}" type="presParOf" srcId="{A13533F9-36EB-4F4B-AC6E-BCE2E77DFAA3}" destId="{3ACD472A-4632-4265-8AFF-DFF2207A2F70}" srcOrd="1" destOrd="0" presId="urn:microsoft.com/office/officeart/2018/2/layout/IconLabelList"/>
    <dgm:cxn modelId="{EFC85C3F-E71C-441D-9711-2D9DA1422026}" type="presParOf" srcId="{A13533F9-36EB-4F4B-AC6E-BCE2E77DFAA3}" destId="{73C08F09-A269-4E7D-A24F-D08F1841AD00}" srcOrd="2" destOrd="0" presId="urn:microsoft.com/office/officeart/2018/2/layout/IconLabelList"/>
    <dgm:cxn modelId="{503F0420-5554-432A-AE79-22377E54A7E4}" type="presParOf" srcId="{7DE1D1B8-0BF8-4DCB-B3B5-0A7969B1F5AD}" destId="{9D36CAC5-4EC7-4064-B1A3-4FA358B2E86F}" srcOrd="1" destOrd="0" presId="urn:microsoft.com/office/officeart/2018/2/layout/IconLabelList"/>
    <dgm:cxn modelId="{D7508327-E697-49A1-974F-64C49E40B51B}" type="presParOf" srcId="{7DE1D1B8-0BF8-4DCB-B3B5-0A7969B1F5AD}" destId="{415AB9C9-AFD5-4CE2-8D93-1C716DA1B708}" srcOrd="2" destOrd="0" presId="urn:microsoft.com/office/officeart/2018/2/layout/IconLabelList"/>
    <dgm:cxn modelId="{58172EC9-4771-416D-9E63-3ECF75832CD7}" type="presParOf" srcId="{415AB9C9-AFD5-4CE2-8D93-1C716DA1B708}" destId="{2E04C4E8-E689-4DA4-9A47-262E7D7F9590}" srcOrd="0" destOrd="0" presId="urn:microsoft.com/office/officeart/2018/2/layout/IconLabelList"/>
    <dgm:cxn modelId="{B95E27AC-E4B0-48B2-951F-48BC78003502}" type="presParOf" srcId="{415AB9C9-AFD5-4CE2-8D93-1C716DA1B708}" destId="{1CA6AEBA-A640-4AD7-AFC4-5808866AB039}" srcOrd="1" destOrd="0" presId="urn:microsoft.com/office/officeart/2018/2/layout/IconLabelList"/>
    <dgm:cxn modelId="{001E34A2-7D15-4F55-B181-96E610CDB6DC}" type="presParOf" srcId="{415AB9C9-AFD5-4CE2-8D93-1C716DA1B708}" destId="{37541A25-0F3E-4E5F-8B1F-436E05CDEA9E}" srcOrd="2" destOrd="0" presId="urn:microsoft.com/office/officeart/2018/2/layout/IconLabelList"/>
    <dgm:cxn modelId="{09BD6C02-8A4D-461C-9401-088D0026C53F}" type="presParOf" srcId="{7DE1D1B8-0BF8-4DCB-B3B5-0A7969B1F5AD}" destId="{689DEA14-5A32-4586-ACD8-5F1454C2CF0B}" srcOrd="3" destOrd="0" presId="urn:microsoft.com/office/officeart/2018/2/layout/IconLabelList"/>
    <dgm:cxn modelId="{11F1E7CB-354C-4839-AAC8-5759ACADFCCF}" type="presParOf" srcId="{7DE1D1B8-0BF8-4DCB-B3B5-0A7969B1F5AD}" destId="{6AFD9F69-10C8-4168-B0AC-229EED93E1CF}" srcOrd="4" destOrd="0" presId="urn:microsoft.com/office/officeart/2018/2/layout/IconLabelList"/>
    <dgm:cxn modelId="{79B7DF08-1CAF-404B-B1B3-73DB4DBF5876}" type="presParOf" srcId="{6AFD9F69-10C8-4168-B0AC-229EED93E1CF}" destId="{CC5F6A75-6922-463E-A090-14E962203E73}" srcOrd="0" destOrd="0" presId="urn:microsoft.com/office/officeart/2018/2/layout/IconLabelList"/>
    <dgm:cxn modelId="{B4BC5D9D-043F-4C62-A3F3-11483FD9E9A1}" type="presParOf" srcId="{6AFD9F69-10C8-4168-B0AC-229EED93E1CF}" destId="{13C57C65-FB60-432E-803C-701FA40B32B0}" srcOrd="1" destOrd="0" presId="urn:microsoft.com/office/officeart/2018/2/layout/IconLabelList"/>
    <dgm:cxn modelId="{CF13B46E-CC09-4EEB-8CF3-4C1F4A611ECD}" type="presParOf" srcId="{6AFD9F69-10C8-4168-B0AC-229EED93E1CF}" destId="{A19DA773-4EA6-4A7F-A3B5-789A2B1E8880}" srcOrd="2" destOrd="0" presId="urn:microsoft.com/office/officeart/2018/2/layout/IconLabelList"/>
    <dgm:cxn modelId="{14C1D8BB-71FA-4681-A650-81120E2D7208}" type="presParOf" srcId="{7DE1D1B8-0BF8-4DCB-B3B5-0A7969B1F5AD}" destId="{CEB67A15-24C0-43DD-B3AE-6FD55489B272}" srcOrd="5" destOrd="0" presId="urn:microsoft.com/office/officeart/2018/2/layout/IconLabelList"/>
    <dgm:cxn modelId="{6E006A3B-E71C-4BA0-91A1-FA495651B2D5}" type="presParOf" srcId="{7DE1D1B8-0BF8-4DCB-B3B5-0A7969B1F5AD}" destId="{E13A7663-68FD-493C-B06D-2F8FB685B6A1}" srcOrd="6" destOrd="0" presId="urn:microsoft.com/office/officeart/2018/2/layout/IconLabelList"/>
    <dgm:cxn modelId="{3E9EEC4D-5997-4B7A-B4A8-5D680C16CD09}" type="presParOf" srcId="{E13A7663-68FD-493C-B06D-2F8FB685B6A1}" destId="{FCBE5289-E8E1-4C05-9BEE-6318CB82035F}" srcOrd="0" destOrd="0" presId="urn:microsoft.com/office/officeart/2018/2/layout/IconLabelList"/>
    <dgm:cxn modelId="{B10680A9-2ED7-465A-9AAE-BBBFF654BA3A}" type="presParOf" srcId="{E13A7663-68FD-493C-B06D-2F8FB685B6A1}" destId="{D07D4DA5-32A3-4E64-AA1C-80A44D67F3A5}" srcOrd="1" destOrd="0" presId="urn:microsoft.com/office/officeart/2018/2/layout/IconLabelList"/>
    <dgm:cxn modelId="{7B61D2DF-FB10-4241-8D04-B157BC43D5FB}" type="presParOf" srcId="{E13A7663-68FD-493C-B06D-2F8FB685B6A1}" destId="{7795B086-FC5B-491C-82C1-17345FAEB93A}" srcOrd="2" destOrd="0" presId="urn:microsoft.com/office/officeart/2018/2/layout/IconLabelList"/>
    <dgm:cxn modelId="{6904F177-1F76-4809-994C-A4890F4D5A69}" type="presParOf" srcId="{7DE1D1B8-0BF8-4DCB-B3B5-0A7969B1F5AD}" destId="{6043232A-8A7A-4395-A94E-2EB73062A683}" srcOrd="7" destOrd="0" presId="urn:microsoft.com/office/officeart/2018/2/layout/IconLabelList"/>
    <dgm:cxn modelId="{D6B5624D-62C0-4C43-BE95-5C58033A2367}" type="presParOf" srcId="{7DE1D1B8-0BF8-4DCB-B3B5-0A7969B1F5AD}" destId="{3824CD5F-F1A4-46A1-991D-0534009BA08A}" srcOrd="8" destOrd="0" presId="urn:microsoft.com/office/officeart/2018/2/layout/IconLabelList"/>
    <dgm:cxn modelId="{490706B6-4CFF-434D-ABFE-C0557E814EDE}" type="presParOf" srcId="{3824CD5F-F1A4-46A1-991D-0534009BA08A}" destId="{CB58B9F8-A2AB-493F-A87F-8AAEB2758CEB}" srcOrd="0" destOrd="0" presId="urn:microsoft.com/office/officeart/2018/2/layout/IconLabelList"/>
    <dgm:cxn modelId="{2331F0B3-5B97-42ED-AA30-44842D42834E}" type="presParOf" srcId="{3824CD5F-F1A4-46A1-991D-0534009BA08A}" destId="{C109CC69-4D01-43B1-8258-82AD101EF3DC}" srcOrd="1" destOrd="0" presId="urn:microsoft.com/office/officeart/2018/2/layout/IconLabelList"/>
    <dgm:cxn modelId="{5AD34B54-B183-4CD5-89D1-4FE7977D5E65}" type="presParOf" srcId="{3824CD5F-F1A4-46A1-991D-0534009BA08A}" destId="{59B68D32-B3B5-4459-A467-B3BC8C4A8D8B}" srcOrd="2" destOrd="0" presId="urn:microsoft.com/office/officeart/2018/2/layout/IconLabelList"/>
    <dgm:cxn modelId="{C96F1387-89A0-449A-8442-DE0A24500750}" type="presParOf" srcId="{7DE1D1B8-0BF8-4DCB-B3B5-0A7969B1F5AD}" destId="{8897B9E8-7D08-4628-8BAA-96B70C03FAEA}" srcOrd="9" destOrd="0" presId="urn:microsoft.com/office/officeart/2018/2/layout/IconLabelList"/>
    <dgm:cxn modelId="{52024811-2222-473E-85F6-E6B79D32891D}" type="presParOf" srcId="{7DE1D1B8-0BF8-4DCB-B3B5-0A7969B1F5AD}" destId="{8ED39F2F-F9D8-4601-BA36-C60EC419F826}" srcOrd="10" destOrd="0" presId="urn:microsoft.com/office/officeart/2018/2/layout/IconLabelList"/>
    <dgm:cxn modelId="{564F9504-DDCE-4027-B739-3845B6F066E1}" type="presParOf" srcId="{8ED39F2F-F9D8-4601-BA36-C60EC419F826}" destId="{DE96143F-F9F4-43DF-A1FF-44759BD5140E}" srcOrd="0" destOrd="0" presId="urn:microsoft.com/office/officeart/2018/2/layout/IconLabelList"/>
    <dgm:cxn modelId="{E2F034CD-ECFA-48D0-9104-C23DE6E07C47}" type="presParOf" srcId="{8ED39F2F-F9D8-4601-BA36-C60EC419F826}" destId="{82EC880B-5CEB-46B8-BF40-09AE771A85C5}" srcOrd="1" destOrd="0" presId="urn:microsoft.com/office/officeart/2018/2/layout/IconLabelList"/>
    <dgm:cxn modelId="{A35507A6-5354-49B1-843F-31F46BEEF499}" type="presParOf" srcId="{8ED39F2F-F9D8-4601-BA36-C60EC419F826}" destId="{FAB76950-CCD7-41AA-9035-384D201761B8}"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E740CE12-C0B9-4D6B-A8D2-8B749BD59EF2}"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04CA3A7F-5E0B-4A49-A3F6-1C9018AA5642}">
      <dgm:prSet/>
      <dgm:spPr/>
      <dgm:t>
        <a:bodyPr/>
        <a:lstStyle/>
        <a:p>
          <a:r>
            <a:rPr lang="en-US" b="1"/>
            <a:t>Example: Money Transfer Flow</a:t>
          </a:r>
          <a:endParaRPr lang="en-US"/>
        </a:p>
      </dgm:t>
    </dgm:pt>
    <dgm:pt modelId="{69622E3B-E29C-45A5-AF4C-ACC0795F62D5}" type="parTrans" cxnId="{CCFCD438-F131-4C1B-862B-1148E4512994}">
      <dgm:prSet/>
      <dgm:spPr/>
      <dgm:t>
        <a:bodyPr/>
        <a:lstStyle/>
        <a:p>
          <a:endParaRPr lang="en-US"/>
        </a:p>
      </dgm:t>
    </dgm:pt>
    <dgm:pt modelId="{4CB58E22-2AFF-4E63-9526-8FD6E0B0F0DF}" type="sibTrans" cxnId="{CCFCD438-F131-4C1B-862B-1148E4512994}">
      <dgm:prSet/>
      <dgm:spPr/>
      <dgm:t>
        <a:bodyPr/>
        <a:lstStyle/>
        <a:p>
          <a:endParaRPr lang="en-US"/>
        </a:p>
      </dgm:t>
    </dgm:pt>
    <dgm:pt modelId="{590485BC-6FA0-4FD4-9763-7BBA350BD16E}">
      <dgm:prSet/>
      <dgm:spPr/>
      <dgm:t>
        <a:bodyPr/>
        <a:lstStyle/>
        <a:p>
          <a:r>
            <a:rPr lang="en-US"/>
            <a:t>User initiates transfer</a:t>
          </a:r>
        </a:p>
      </dgm:t>
    </dgm:pt>
    <dgm:pt modelId="{5B96AB29-7ED9-449C-AF61-B2EA5F29EEAA}" type="parTrans" cxnId="{028B1FBE-F3E6-4BAD-961D-9A1BE86973A5}">
      <dgm:prSet/>
      <dgm:spPr/>
      <dgm:t>
        <a:bodyPr/>
        <a:lstStyle/>
        <a:p>
          <a:endParaRPr lang="en-US"/>
        </a:p>
      </dgm:t>
    </dgm:pt>
    <dgm:pt modelId="{B8DD84D0-88DB-4087-88D3-9B232AC3D738}" type="sibTrans" cxnId="{028B1FBE-F3E6-4BAD-961D-9A1BE86973A5}">
      <dgm:prSet/>
      <dgm:spPr/>
      <dgm:t>
        <a:bodyPr/>
        <a:lstStyle/>
        <a:p>
          <a:endParaRPr lang="en-US"/>
        </a:p>
      </dgm:t>
    </dgm:pt>
    <dgm:pt modelId="{C6BDD5C0-0CC8-492E-8A3C-B24AFC0FFFC3}">
      <dgm:prSet/>
      <dgm:spPr/>
      <dgm:t>
        <a:bodyPr/>
        <a:lstStyle/>
        <a:p>
          <a:r>
            <a:rPr lang="en-US"/>
            <a:t>Request goes through API Gateway</a:t>
          </a:r>
        </a:p>
      </dgm:t>
    </dgm:pt>
    <dgm:pt modelId="{B4677027-BD70-484D-A756-093914B6BF06}" type="parTrans" cxnId="{59B6F777-5849-45BE-989C-FC7E3ECE2732}">
      <dgm:prSet/>
      <dgm:spPr/>
      <dgm:t>
        <a:bodyPr/>
        <a:lstStyle/>
        <a:p>
          <a:endParaRPr lang="en-US"/>
        </a:p>
      </dgm:t>
    </dgm:pt>
    <dgm:pt modelId="{45BF5A95-0939-4145-BE02-3E915980E199}" type="sibTrans" cxnId="{59B6F777-5849-45BE-989C-FC7E3ECE2732}">
      <dgm:prSet/>
      <dgm:spPr/>
      <dgm:t>
        <a:bodyPr/>
        <a:lstStyle/>
        <a:p>
          <a:endParaRPr lang="en-US"/>
        </a:p>
      </dgm:t>
    </dgm:pt>
    <dgm:pt modelId="{367DACB8-D267-4361-96A1-2C00CD0FFE92}">
      <dgm:prSet/>
      <dgm:spPr/>
      <dgm:t>
        <a:bodyPr/>
        <a:lstStyle/>
        <a:p>
          <a:r>
            <a:rPr lang="en-US"/>
            <a:t>Transaction Service handles request</a:t>
          </a:r>
        </a:p>
      </dgm:t>
    </dgm:pt>
    <dgm:pt modelId="{09903BD0-86DA-4D15-9811-F3EFB6B80937}" type="parTrans" cxnId="{C2E8FC57-DAD8-476A-8074-9ADC11F9C132}">
      <dgm:prSet/>
      <dgm:spPr/>
      <dgm:t>
        <a:bodyPr/>
        <a:lstStyle/>
        <a:p>
          <a:endParaRPr lang="en-US"/>
        </a:p>
      </dgm:t>
    </dgm:pt>
    <dgm:pt modelId="{BCB8820C-7700-403A-B6BA-F9C2B1E33E3F}" type="sibTrans" cxnId="{C2E8FC57-DAD8-476A-8074-9ADC11F9C132}">
      <dgm:prSet/>
      <dgm:spPr/>
      <dgm:t>
        <a:bodyPr/>
        <a:lstStyle/>
        <a:p>
          <a:endParaRPr lang="en-US"/>
        </a:p>
      </dgm:t>
    </dgm:pt>
    <dgm:pt modelId="{1998F821-DDEB-4248-92FA-235C230F495E}">
      <dgm:prSet/>
      <dgm:spPr/>
      <dgm:t>
        <a:bodyPr/>
        <a:lstStyle/>
        <a:p>
          <a:r>
            <a:rPr lang="en-US"/>
            <a:t>Auth Service validates PIN</a:t>
          </a:r>
        </a:p>
      </dgm:t>
    </dgm:pt>
    <dgm:pt modelId="{30933A83-A2E1-4956-9AC6-6A4158BCA7E1}" type="parTrans" cxnId="{310196A1-FDD9-4479-816A-64B518252CBC}">
      <dgm:prSet/>
      <dgm:spPr/>
      <dgm:t>
        <a:bodyPr/>
        <a:lstStyle/>
        <a:p>
          <a:endParaRPr lang="en-US"/>
        </a:p>
      </dgm:t>
    </dgm:pt>
    <dgm:pt modelId="{B959230D-BA50-4617-B74B-AE0FB369C755}" type="sibTrans" cxnId="{310196A1-FDD9-4479-816A-64B518252CBC}">
      <dgm:prSet/>
      <dgm:spPr/>
      <dgm:t>
        <a:bodyPr/>
        <a:lstStyle/>
        <a:p>
          <a:endParaRPr lang="en-US"/>
        </a:p>
      </dgm:t>
    </dgm:pt>
    <dgm:pt modelId="{6C5CD84C-9C80-4EA4-9987-E22E0D9224A0}">
      <dgm:prSet/>
      <dgm:spPr/>
      <dgm:t>
        <a:bodyPr/>
        <a:lstStyle/>
        <a:p>
          <a:r>
            <a:rPr lang="en-US"/>
            <a:t>Account Service updates balances</a:t>
          </a:r>
        </a:p>
      </dgm:t>
    </dgm:pt>
    <dgm:pt modelId="{7B4918AD-6BED-4171-8094-A1A72F0FC403}" type="parTrans" cxnId="{EB45C79E-EA2A-4D53-9691-00D86FFC1E63}">
      <dgm:prSet/>
      <dgm:spPr/>
      <dgm:t>
        <a:bodyPr/>
        <a:lstStyle/>
        <a:p>
          <a:endParaRPr lang="en-US"/>
        </a:p>
      </dgm:t>
    </dgm:pt>
    <dgm:pt modelId="{A5251B4D-DF4B-441B-917A-930C6BB43534}" type="sibTrans" cxnId="{EB45C79E-EA2A-4D53-9691-00D86FFC1E63}">
      <dgm:prSet/>
      <dgm:spPr/>
      <dgm:t>
        <a:bodyPr/>
        <a:lstStyle/>
        <a:p>
          <a:endParaRPr lang="en-US"/>
        </a:p>
      </dgm:t>
    </dgm:pt>
    <dgm:pt modelId="{9535CFD2-628F-4C40-B409-CBA24973B677}">
      <dgm:prSet/>
      <dgm:spPr/>
      <dgm:t>
        <a:bodyPr/>
        <a:lstStyle/>
        <a:p>
          <a:r>
            <a:rPr lang="en-US"/>
            <a:t>Transaction record saved</a:t>
          </a:r>
        </a:p>
      </dgm:t>
    </dgm:pt>
    <dgm:pt modelId="{53658265-C2E9-4563-ABE0-69D0AFB933C8}" type="parTrans" cxnId="{D47700D2-7E5B-4DED-AB91-FF9F41B49CBC}">
      <dgm:prSet/>
      <dgm:spPr/>
      <dgm:t>
        <a:bodyPr/>
        <a:lstStyle/>
        <a:p>
          <a:endParaRPr lang="en-US"/>
        </a:p>
      </dgm:t>
    </dgm:pt>
    <dgm:pt modelId="{03D9ECB2-DA4F-4386-9FF5-0E1D46E7F7EF}" type="sibTrans" cxnId="{D47700D2-7E5B-4DED-AB91-FF9F41B49CBC}">
      <dgm:prSet/>
      <dgm:spPr/>
      <dgm:t>
        <a:bodyPr/>
        <a:lstStyle/>
        <a:p>
          <a:endParaRPr lang="en-US"/>
        </a:p>
      </dgm:t>
    </dgm:pt>
    <dgm:pt modelId="{D36FB0FB-8382-457A-A421-F3C844A67AC8}">
      <dgm:prSet/>
      <dgm:spPr/>
      <dgm:t>
        <a:bodyPr/>
        <a:lstStyle/>
        <a:p>
          <a:r>
            <a:rPr lang="en-US"/>
            <a:t>Success response returned</a:t>
          </a:r>
        </a:p>
      </dgm:t>
    </dgm:pt>
    <dgm:pt modelId="{9A420A33-A3D1-478C-AE53-BA36EA5F2676}" type="parTrans" cxnId="{CD99FCDF-989F-4498-B07C-1EE45A2620CF}">
      <dgm:prSet/>
      <dgm:spPr/>
      <dgm:t>
        <a:bodyPr/>
        <a:lstStyle/>
        <a:p>
          <a:endParaRPr lang="en-US"/>
        </a:p>
      </dgm:t>
    </dgm:pt>
    <dgm:pt modelId="{4377BB3D-BADD-45A8-8230-E712C66CFBA0}" type="sibTrans" cxnId="{CD99FCDF-989F-4498-B07C-1EE45A2620CF}">
      <dgm:prSet/>
      <dgm:spPr/>
      <dgm:t>
        <a:bodyPr/>
        <a:lstStyle/>
        <a:p>
          <a:endParaRPr lang="en-US"/>
        </a:p>
      </dgm:t>
    </dgm:pt>
    <dgm:pt modelId="{6A988838-8832-4A22-8E5A-4039AA766DA1}" type="pres">
      <dgm:prSet presAssocID="{E740CE12-C0B9-4D6B-A8D2-8B749BD59EF2}" presName="linear" presStyleCnt="0">
        <dgm:presLayoutVars>
          <dgm:animLvl val="lvl"/>
          <dgm:resizeHandles val="exact"/>
        </dgm:presLayoutVars>
      </dgm:prSet>
      <dgm:spPr/>
    </dgm:pt>
    <dgm:pt modelId="{A02D4906-72B8-4C79-B99D-B01C9A423492}" type="pres">
      <dgm:prSet presAssocID="{04CA3A7F-5E0B-4A49-A3F6-1C9018AA5642}" presName="parentText" presStyleLbl="node1" presStyleIdx="0" presStyleCnt="8">
        <dgm:presLayoutVars>
          <dgm:chMax val="0"/>
          <dgm:bulletEnabled val="1"/>
        </dgm:presLayoutVars>
      </dgm:prSet>
      <dgm:spPr/>
    </dgm:pt>
    <dgm:pt modelId="{58E3BE42-058F-42F0-8B4C-469BBD062FDD}" type="pres">
      <dgm:prSet presAssocID="{4CB58E22-2AFF-4E63-9526-8FD6E0B0F0DF}" presName="spacer" presStyleCnt="0"/>
      <dgm:spPr/>
    </dgm:pt>
    <dgm:pt modelId="{45F89BDE-C9AE-4361-82E0-6FE97559A502}" type="pres">
      <dgm:prSet presAssocID="{590485BC-6FA0-4FD4-9763-7BBA350BD16E}" presName="parentText" presStyleLbl="node1" presStyleIdx="1" presStyleCnt="8">
        <dgm:presLayoutVars>
          <dgm:chMax val="0"/>
          <dgm:bulletEnabled val="1"/>
        </dgm:presLayoutVars>
      </dgm:prSet>
      <dgm:spPr/>
    </dgm:pt>
    <dgm:pt modelId="{0E17316D-4FAE-40E5-8447-2595F335F412}" type="pres">
      <dgm:prSet presAssocID="{B8DD84D0-88DB-4087-88D3-9B232AC3D738}" presName="spacer" presStyleCnt="0"/>
      <dgm:spPr/>
    </dgm:pt>
    <dgm:pt modelId="{3FC7A90D-FA68-4A7A-9F77-61D618961C3B}" type="pres">
      <dgm:prSet presAssocID="{C6BDD5C0-0CC8-492E-8A3C-B24AFC0FFFC3}" presName="parentText" presStyleLbl="node1" presStyleIdx="2" presStyleCnt="8">
        <dgm:presLayoutVars>
          <dgm:chMax val="0"/>
          <dgm:bulletEnabled val="1"/>
        </dgm:presLayoutVars>
      </dgm:prSet>
      <dgm:spPr/>
    </dgm:pt>
    <dgm:pt modelId="{099E74D5-252B-40E1-BC9A-271B04CBB8EC}" type="pres">
      <dgm:prSet presAssocID="{45BF5A95-0939-4145-BE02-3E915980E199}" presName="spacer" presStyleCnt="0"/>
      <dgm:spPr/>
    </dgm:pt>
    <dgm:pt modelId="{866AF6AA-F4FF-4930-AC08-4C30F399D706}" type="pres">
      <dgm:prSet presAssocID="{367DACB8-D267-4361-96A1-2C00CD0FFE92}" presName="parentText" presStyleLbl="node1" presStyleIdx="3" presStyleCnt="8">
        <dgm:presLayoutVars>
          <dgm:chMax val="0"/>
          <dgm:bulletEnabled val="1"/>
        </dgm:presLayoutVars>
      </dgm:prSet>
      <dgm:spPr/>
    </dgm:pt>
    <dgm:pt modelId="{93544CD1-71CE-4E7C-A07D-F84ADDDF09A5}" type="pres">
      <dgm:prSet presAssocID="{BCB8820C-7700-403A-B6BA-F9C2B1E33E3F}" presName="spacer" presStyleCnt="0"/>
      <dgm:spPr/>
    </dgm:pt>
    <dgm:pt modelId="{19C58B5B-465F-4E60-AE5B-AF28BA30994F}" type="pres">
      <dgm:prSet presAssocID="{1998F821-DDEB-4248-92FA-235C230F495E}" presName="parentText" presStyleLbl="node1" presStyleIdx="4" presStyleCnt="8">
        <dgm:presLayoutVars>
          <dgm:chMax val="0"/>
          <dgm:bulletEnabled val="1"/>
        </dgm:presLayoutVars>
      </dgm:prSet>
      <dgm:spPr/>
    </dgm:pt>
    <dgm:pt modelId="{79B8ED80-5F6B-4CBE-855A-5C034658F6FB}" type="pres">
      <dgm:prSet presAssocID="{B959230D-BA50-4617-B74B-AE0FB369C755}" presName="spacer" presStyleCnt="0"/>
      <dgm:spPr/>
    </dgm:pt>
    <dgm:pt modelId="{31055F95-DFE8-46CE-94C8-44E8F1F32A10}" type="pres">
      <dgm:prSet presAssocID="{6C5CD84C-9C80-4EA4-9987-E22E0D9224A0}" presName="parentText" presStyleLbl="node1" presStyleIdx="5" presStyleCnt="8">
        <dgm:presLayoutVars>
          <dgm:chMax val="0"/>
          <dgm:bulletEnabled val="1"/>
        </dgm:presLayoutVars>
      </dgm:prSet>
      <dgm:spPr/>
    </dgm:pt>
    <dgm:pt modelId="{8828DC4D-68BB-48D0-A83B-7BAAE55E1C93}" type="pres">
      <dgm:prSet presAssocID="{A5251B4D-DF4B-441B-917A-930C6BB43534}" presName="spacer" presStyleCnt="0"/>
      <dgm:spPr/>
    </dgm:pt>
    <dgm:pt modelId="{DA841458-2E38-474B-B624-629AD7DC39E2}" type="pres">
      <dgm:prSet presAssocID="{9535CFD2-628F-4C40-B409-CBA24973B677}" presName="parentText" presStyleLbl="node1" presStyleIdx="6" presStyleCnt="8">
        <dgm:presLayoutVars>
          <dgm:chMax val="0"/>
          <dgm:bulletEnabled val="1"/>
        </dgm:presLayoutVars>
      </dgm:prSet>
      <dgm:spPr/>
    </dgm:pt>
    <dgm:pt modelId="{315F0DD5-F638-4723-8C54-F7E175596496}" type="pres">
      <dgm:prSet presAssocID="{03D9ECB2-DA4F-4386-9FF5-0E1D46E7F7EF}" presName="spacer" presStyleCnt="0"/>
      <dgm:spPr/>
    </dgm:pt>
    <dgm:pt modelId="{8F6AFB62-069E-44AC-BFCF-4F27DB188D56}" type="pres">
      <dgm:prSet presAssocID="{D36FB0FB-8382-457A-A421-F3C844A67AC8}" presName="parentText" presStyleLbl="node1" presStyleIdx="7" presStyleCnt="8">
        <dgm:presLayoutVars>
          <dgm:chMax val="0"/>
          <dgm:bulletEnabled val="1"/>
        </dgm:presLayoutVars>
      </dgm:prSet>
      <dgm:spPr/>
    </dgm:pt>
  </dgm:ptLst>
  <dgm:cxnLst>
    <dgm:cxn modelId="{1DB0F704-A106-4182-9693-B356CC7D6301}" type="presOf" srcId="{590485BC-6FA0-4FD4-9763-7BBA350BD16E}" destId="{45F89BDE-C9AE-4361-82E0-6FE97559A502}" srcOrd="0" destOrd="0" presId="urn:microsoft.com/office/officeart/2005/8/layout/vList2"/>
    <dgm:cxn modelId="{CBEB5524-F965-4C07-85C2-F25201519DEA}" type="presOf" srcId="{9535CFD2-628F-4C40-B409-CBA24973B677}" destId="{DA841458-2E38-474B-B624-629AD7DC39E2}" srcOrd="0" destOrd="0" presId="urn:microsoft.com/office/officeart/2005/8/layout/vList2"/>
    <dgm:cxn modelId="{D10C4830-9B49-45A5-B5EE-F5A29F380C10}" type="presOf" srcId="{6C5CD84C-9C80-4EA4-9987-E22E0D9224A0}" destId="{31055F95-DFE8-46CE-94C8-44E8F1F32A10}" srcOrd="0" destOrd="0" presId="urn:microsoft.com/office/officeart/2005/8/layout/vList2"/>
    <dgm:cxn modelId="{CCFCD438-F131-4C1B-862B-1148E4512994}" srcId="{E740CE12-C0B9-4D6B-A8D2-8B749BD59EF2}" destId="{04CA3A7F-5E0B-4A49-A3F6-1C9018AA5642}" srcOrd="0" destOrd="0" parTransId="{69622E3B-E29C-45A5-AF4C-ACC0795F62D5}" sibTransId="{4CB58E22-2AFF-4E63-9526-8FD6E0B0F0DF}"/>
    <dgm:cxn modelId="{F0269C3B-E107-44C8-8D6F-47A747E9E2C0}" type="presOf" srcId="{367DACB8-D267-4361-96A1-2C00CD0FFE92}" destId="{866AF6AA-F4FF-4930-AC08-4C30F399D706}" srcOrd="0" destOrd="0" presId="urn:microsoft.com/office/officeart/2005/8/layout/vList2"/>
    <dgm:cxn modelId="{C2E8FC57-DAD8-476A-8074-9ADC11F9C132}" srcId="{E740CE12-C0B9-4D6B-A8D2-8B749BD59EF2}" destId="{367DACB8-D267-4361-96A1-2C00CD0FFE92}" srcOrd="3" destOrd="0" parTransId="{09903BD0-86DA-4D15-9811-F3EFB6B80937}" sibTransId="{BCB8820C-7700-403A-B6BA-F9C2B1E33E3F}"/>
    <dgm:cxn modelId="{59B6F777-5849-45BE-989C-FC7E3ECE2732}" srcId="{E740CE12-C0B9-4D6B-A8D2-8B749BD59EF2}" destId="{C6BDD5C0-0CC8-492E-8A3C-B24AFC0FFFC3}" srcOrd="2" destOrd="0" parTransId="{B4677027-BD70-484D-A756-093914B6BF06}" sibTransId="{45BF5A95-0939-4145-BE02-3E915980E199}"/>
    <dgm:cxn modelId="{595CE079-77B0-4273-9F25-EFB6F04D2060}" type="presOf" srcId="{D36FB0FB-8382-457A-A421-F3C844A67AC8}" destId="{8F6AFB62-069E-44AC-BFCF-4F27DB188D56}" srcOrd="0" destOrd="0" presId="urn:microsoft.com/office/officeart/2005/8/layout/vList2"/>
    <dgm:cxn modelId="{EB45C79E-EA2A-4D53-9691-00D86FFC1E63}" srcId="{E740CE12-C0B9-4D6B-A8D2-8B749BD59EF2}" destId="{6C5CD84C-9C80-4EA4-9987-E22E0D9224A0}" srcOrd="5" destOrd="0" parTransId="{7B4918AD-6BED-4171-8094-A1A72F0FC403}" sibTransId="{A5251B4D-DF4B-441B-917A-930C6BB43534}"/>
    <dgm:cxn modelId="{310196A1-FDD9-4479-816A-64B518252CBC}" srcId="{E740CE12-C0B9-4D6B-A8D2-8B749BD59EF2}" destId="{1998F821-DDEB-4248-92FA-235C230F495E}" srcOrd="4" destOrd="0" parTransId="{30933A83-A2E1-4956-9AC6-6A4158BCA7E1}" sibTransId="{B959230D-BA50-4617-B74B-AE0FB369C755}"/>
    <dgm:cxn modelId="{8232CBB0-0B48-4293-8884-59FABA6D1E0D}" type="presOf" srcId="{C6BDD5C0-0CC8-492E-8A3C-B24AFC0FFFC3}" destId="{3FC7A90D-FA68-4A7A-9F77-61D618961C3B}" srcOrd="0" destOrd="0" presId="urn:microsoft.com/office/officeart/2005/8/layout/vList2"/>
    <dgm:cxn modelId="{028B1FBE-F3E6-4BAD-961D-9A1BE86973A5}" srcId="{E740CE12-C0B9-4D6B-A8D2-8B749BD59EF2}" destId="{590485BC-6FA0-4FD4-9763-7BBA350BD16E}" srcOrd="1" destOrd="0" parTransId="{5B96AB29-7ED9-449C-AF61-B2EA5F29EEAA}" sibTransId="{B8DD84D0-88DB-4087-88D3-9B232AC3D738}"/>
    <dgm:cxn modelId="{06C492CB-0CCA-4C19-BA2B-5F5D2C9B22BD}" type="presOf" srcId="{E740CE12-C0B9-4D6B-A8D2-8B749BD59EF2}" destId="{6A988838-8832-4A22-8E5A-4039AA766DA1}" srcOrd="0" destOrd="0" presId="urn:microsoft.com/office/officeart/2005/8/layout/vList2"/>
    <dgm:cxn modelId="{C5277DCF-CDE3-48E9-B06A-2879C1931F93}" type="presOf" srcId="{1998F821-DDEB-4248-92FA-235C230F495E}" destId="{19C58B5B-465F-4E60-AE5B-AF28BA30994F}" srcOrd="0" destOrd="0" presId="urn:microsoft.com/office/officeart/2005/8/layout/vList2"/>
    <dgm:cxn modelId="{D47700D2-7E5B-4DED-AB91-FF9F41B49CBC}" srcId="{E740CE12-C0B9-4D6B-A8D2-8B749BD59EF2}" destId="{9535CFD2-628F-4C40-B409-CBA24973B677}" srcOrd="6" destOrd="0" parTransId="{53658265-C2E9-4563-ABE0-69D0AFB933C8}" sibTransId="{03D9ECB2-DA4F-4386-9FF5-0E1D46E7F7EF}"/>
    <dgm:cxn modelId="{CD99FCDF-989F-4498-B07C-1EE45A2620CF}" srcId="{E740CE12-C0B9-4D6B-A8D2-8B749BD59EF2}" destId="{D36FB0FB-8382-457A-A421-F3C844A67AC8}" srcOrd="7" destOrd="0" parTransId="{9A420A33-A3D1-478C-AE53-BA36EA5F2676}" sibTransId="{4377BB3D-BADD-45A8-8230-E712C66CFBA0}"/>
    <dgm:cxn modelId="{A58F45FB-DF85-4785-AEBF-DBC63D9829A8}" type="presOf" srcId="{04CA3A7F-5E0B-4A49-A3F6-1C9018AA5642}" destId="{A02D4906-72B8-4C79-B99D-B01C9A423492}" srcOrd="0" destOrd="0" presId="urn:microsoft.com/office/officeart/2005/8/layout/vList2"/>
    <dgm:cxn modelId="{58C6C7D5-FA3B-47D7-8DDC-D2290B8B204A}" type="presParOf" srcId="{6A988838-8832-4A22-8E5A-4039AA766DA1}" destId="{A02D4906-72B8-4C79-B99D-B01C9A423492}" srcOrd="0" destOrd="0" presId="urn:microsoft.com/office/officeart/2005/8/layout/vList2"/>
    <dgm:cxn modelId="{F9314B34-A221-4A7B-8D48-E79BB588BCE4}" type="presParOf" srcId="{6A988838-8832-4A22-8E5A-4039AA766DA1}" destId="{58E3BE42-058F-42F0-8B4C-469BBD062FDD}" srcOrd="1" destOrd="0" presId="urn:microsoft.com/office/officeart/2005/8/layout/vList2"/>
    <dgm:cxn modelId="{1F8531F1-88EF-4C7E-81D4-248DFB8F29D5}" type="presParOf" srcId="{6A988838-8832-4A22-8E5A-4039AA766DA1}" destId="{45F89BDE-C9AE-4361-82E0-6FE97559A502}" srcOrd="2" destOrd="0" presId="urn:microsoft.com/office/officeart/2005/8/layout/vList2"/>
    <dgm:cxn modelId="{605F2592-DF7B-446C-A5BB-1347552B75CD}" type="presParOf" srcId="{6A988838-8832-4A22-8E5A-4039AA766DA1}" destId="{0E17316D-4FAE-40E5-8447-2595F335F412}" srcOrd="3" destOrd="0" presId="urn:microsoft.com/office/officeart/2005/8/layout/vList2"/>
    <dgm:cxn modelId="{36BEA075-0FAD-4083-936D-CA9DA1FEB4DD}" type="presParOf" srcId="{6A988838-8832-4A22-8E5A-4039AA766DA1}" destId="{3FC7A90D-FA68-4A7A-9F77-61D618961C3B}" srcOrd="4" destOrd="0" presId="urn:microsoft.com/office/officeart/2005/8/layout/vList2"/>
    <dgm:cxn modelId="{319249B1-5CA5-4765-AEF7-B6A2FF472298}" type="presParOf" srcId="{6A988838-8832-4A22-8E5A-4039AA766DA1}" destId="{099E74D5-252B-40E1-BC9A-271B04CBB8EC}" srcOrd="5" destOrd="0" presId="urn:microsoft.com/office/officeart/2005/8/layout/vList2"/>
    <dgm:cxn modelId="{BC5292F5-5B3D-4D46-BC6A-57C0282EE874}" type="presParOf" srcId="{6A988838-8832-4A22-8E5A-4039AA766DA1}" destId="{866AF6AA-F4FF-4930-AC08-4C30F399D706}" srcOrd="6" destOrd="0" presId="urn:microsoft.com/office/officeart/2005/8/layout/vList2"/>
    <dgm:cxn modelId="{FBD638E2-0D58-43A5-A952-A0C8C6790884}" type="presParOf" srcId="{6A988838-8832-4A22-8E5A-4039AA766DA1}" destId="{93544CD1-71CE-4E7C-A07D-F84ADDDF09A5}" srcOrd="7" destOrd="0" presId="urn:microsoft.com/office/officeart/2005/8/layout/vList2"/>
    <dgm:cxn modelId="{81DF38DB-48D8-498E-B8E2-3DC476A3C188}" type="presParOf" srcId="{6A988838-8832-4A22-8E5A-4039AA766DA1}" destId="{19C58B5B-465F-4E60-AE5B-AF28BA30994F}" srcOrd="8" destOrd="0" presId="urn:microsoft.com/office/officeart/2005/8/layout/vList2"/>
    <dgm:cxn modelId="{8282F3A6-3A24-479D-BA08-25930F7FEA90}" type="presParOf" srcId="{6A988838-8832-4A22-8E5A-4039AA766DA1}" destId="{79B8ED80-5F6B-4CBE-855A-5C034658F6FB}" srcOrd="9" destOrd="0" presId="urn:microsoft.com/office/officeart/2005/8/layout/vList2"/>
    <dgm:cxn modelId="{DB346090-D77B-434E-B3DC-A4671CC7430A}" type="presParOf" srcId="{6A988838-8832-4A22-8E5A-4039AA766DA1}" destId="{31055F95-DFE8-46CE-94C8-44E8F1F32A10}" srcOrd="10" destOrd="0" presId="urn:microsoft.com/office/officeart/2005/8/layout/vList2"/>
    <dgm:cxn modelId="{7EF1DB4B-567B-4D36-911A-ACAFDFDC0F46}" type="presParOf" srcId="{6A988838-8832-4A22-8E5A-4039AA766DA1}" destId="{8828DC4D-68BB-48D0-A83B-7BAAE55E1C93}" srcOrd="11" destOrd="0" presId="urn:microsoft.com/office/officeart/2005/8/layout/vList2"/>
    <dgm:cxn modelId="{0F0975D2-ABB8-4EEB-9557-B55ADE10EB56}" type="presParOf" srcId="{6A988838-8832-4A22-8E5A-4039AA766DA1}" destId="{DA841458-2E38-474B-B624-629AD7DC39E2}" srcOrd="12" destOrd="0" presId="urn:microsoft.com/office/officeart/2005/8/layout/vList2"/>
    <dgm:cxn modelId="{3FB51C47-74AD-4D34-A40F-16850F109374}" type="presParOf" srcId="{6A988838-8832-4A22-8E5A-4039AA766DA1}" destId="{315F0DD5-F638-4723-8C54-F7E175596496}" srcOrd="13" destOrd="0" presId="urn:microsoft.com/office/officeart/2005/8/layout/vList2"/>
    <dgm:cxn modelId="{4216E3B3-7AD9-4B5B-8417-30084DED89BE}" type="presParOf" srcId="{6A988838-8832-4A22-8E5A-4039AA766DA1}" destId="{8F6AFB62-069E-44AC-BFCF-4F27DB188D56}" srcOrd="1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3254269-82C6-4C83-9BBB-9AA11DCD57B6}">
      <dsp:nvSpPr>
        <dsp:cNvPr id="0" name=""/>
        <dsp:cNvSpPr/>
      </dsp:nvSpPr>
      <dsp:spPr>
        <a:xfrm>
          <a:off x="0" y="19073"/>
          <a:ext cx="6797675" cy="754777"/>
        </a:xfrm>
        <a:prstGeom prst="roundRect">
          <a:avLst/>
        </a:prstGeom>
        <a:solidFill>
          <a:schemeClr val="accent2">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IN" sz="1900" b="1" kern="1200"/>
            <a:t>Layers:</a:t>
          </a:r>
          <a:endParaRPr lang="en-US" sz="1900" kern="1200"/>
        </a:p>
      </dsp:txBody>
      <dsp:txXfrm>
        <a:off x="36845" y="55918"/>
        <a:ext cx="6723985" cy="681087"/>
      </dsp:txXfrm>
    </dsp:sp>
    <dsp:sp modelId="{0EE79510-1593-453C-A9D1-3986D1B5C445}">
      <dsp:nvSpPr>
        <dsp:cNvPr id="0" name=""/>
        <dsp:cNvSpPr/>
      </dsp:nvSpPr>
      <dsp:spPr>
        <a:xfrm>
          <a:off x="0" y="828571"/>
          <a:ext cx="6797675" cy="754777"/>
        </a:xfrm>
        <a:prstGeom prst="roundRect">
          <a:avLst/>
        </a:prstGeom>
        <a:solidFill>
          <a:schemeClr val="accent2">
            <a:hueOff val="-2057132"/>
            <a:satOff val="-5641"/>
            <a:lumOff val="3007"/>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IN" sz="1900" kern="1200"/>
            <a:t>Client Layer (React Frontend)</a:t>
          </a:r>
          <a:endParaRPr lang="en-US" sz="1900" kern="1200"/>
        </a:p>
      </dsp:txBody>
      <dsp:txXfrm>
        <a:off x="36845" y="865416"/>
        <a:ext cx="6723985" cy="681087"/>
      </dsp:txXfrm>
    </dsp:sp>
    <dsp:sp modelId="{45F0A39B-4DD7-45CB-96A8-11056AA25DD9}">
      <dsp:nvSpPr>
        <dsp:cNvPr id="0" name=""/>
        <dsp:cNvSpPr/>
      </dsp:nvSpPr>
      <dsp:spPr>
        <a:xfrm>
          <a:off x="0" y="1638069"/>
          <a:ext cx="6797675" cy="754777"/>
        </a:xfrm>
        <a:prstGeom prst="roundRect">
          <a:avLst/>
        </a:prstGeom>
        <a:solidFill>
          <a:schemeClr val="accent2">
            <a:hueOff val="-4114264"/>
            <a:satOff val="-11281"/>
            <a:lumOff val="6013"/>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IN" sz="1900" kern="1200"/>
            <a:t>API Gateway Layer</a:t>
          </a:r>
          <a:endParaRPr lang="en-US" sz="1900" kern="1200"/>
        </a:p>
      </dsp:txBody>
      <dsp:txXfrm>
        <a:off x="36845" y="1674914"/>
        <a:ext cx="6723985" cy="681087"/>
      </dsp:txXfrm>
    </dsp:sp>
    <dsp:sp modelId="{FECF0A39-BF68-4B6A-BE19-F68A84F9A73D}">
      <dsp:nvSpPr>
        <dsp:cNvPr id="0" name=""/>
        <dsp:cNvSpPr/>
      </dsp:nvSpPr>
      <dsp:spPr>
        <a:xfrm>
          <a:off x="0" y="2447567"/>
          <a:ext cx="6797675" cy="754777"/>
        </a:xfrm>
        <a:prstGeom prst="roundRect">
          <a:avLst/>
        </a:prstGeom>
        <a:solidFill>
          <a:schemeClr val="accent2">
            <a:hueOff val="-6171395"/>
            <a:satOff val="-16922"/>
            <a:lumOff val="902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IN" sz="1900" kern="1200"/>
            <a:t>Microservices Layer</a:t>
          </a:r>
          <a:endParaRPr lang="en-US" sz="1900" kern="1200"/>
        </a:p>
      </dsp:txBody>
      <dsp:txXfrm>
        <a:off x="36845" y="2484412"/>
        <a:ext cx="6723985" cy="681087"/>
      </dsp:txXfrm>
    </dsp:sp>
    <dsp:sp modelId="{EE0D83AD-CFD0-480C-8672-464811C196C5}">
      <dsp:nvSpPr>
        <dsp:cNvPr id="0" name=""/>
        <dsp:cNvSpPr/>
      </dsp:nvSpPr>
      <dsp:spPr>
        <a:xfrm>
          <a:off x="0" y="3257064"/>
          <a:ext cx="6797675" cy="754777"/>
        </a:xfrm>
        <a:prstGeom prst="roundRect">
          <a:avLst/>
        </a:prstGeom>
        <a:solidFill>
          <a:schemeClr val="accent2">
            <a:hueOff val="-8228527"/>
            <a:satOff val="-22563"/>
            <a:lumOff val="12026"/>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IN" sz="1900" kern="1200"/>
            <a:t>Database Layer</a:t>
          </a:r>
          <a:endParaRPr lang="en-US" sz="1900" kern="1200"/>
        </a:p>
      </dsp:txBody>
      <dsp:txXfrm>
        <a:off x="36845" y="3293909"/>
        <a:ext cx="6723985" cy="681087"/>
      </dsp:txXfrm>
    </dsp:sp>
    <dsp:sp modelId="{4A75043F-1206-4785-874A-857990A6F4BE}">
      <dsp:nvSpPr>
        <dsp:cNvPr id="0" name=""/>
        <dsp:cNvSpPr/>
      </dsp:nvSpPr>
      <dsp:spPr>
        <a:xfrm>
          <a:off x="0" y="4066562"/>
          <a:ext cx="6797675" cy="754777"/>
        </a:xfrm>
        <a:prstGeom prst="roundRect">
          <a:avLst/>
        </a:prstGeom>
        <a:solidFill>
          <a:schemeClr val="accent2">
            <a:hueOff val="-10285658"/>
            <a:satOff val="-28203"/>
            <a:lumOff val="15033"/>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IN" sz="1900" kern="1200"/>
            <a:t>Service Discovery Layer (Eureka)</a:t>
          </a:r>
          <a:endParaRPr lang="en-US" sz="1900" kern="1200"/>
        </a:p>
      </dsp:txBody>
      <dsp:txXfrm>
        <a:off x="36845" y="4103407"/>
        <a:ext cx="6723985" cy="681087"/>
      </dsp:txXfrm>
    </dsp:sp>
    <dsp:sp modelId="{1D561C58-C326-4AAC-9544-AA2646817493}">
      <dsp:nvSpPr>
        <dsp:cNvPr id="0" name=""/>
        <dsp:cNvSpPr/>
      </dsp:nvSpPr>
      <dsp:spPr>
        <a:xfrm>
          <a:off x="0" y="4876060"/>
          <a:ext cx="6797675" cy="754777"/>
        </a:xfrm>
        <a:prstGeom prst="roundRect">
          <a:avLst/>
        </a:prstGeom>
        <a:solidFill>
          <a:schemeClr val="accent2">
            <a:hueOff val="-12342790"/>
            <a:satOff val="-33844"/>
            <a:lumOff val="18039"/>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IN" sz="1900" b="1" kern="1200"/>
            <a:t>Flow:</a:t>
          </a:r>
          <a:br>
            <a:rPr lang="en-IN" sz="1900" kern="1200"/>
          </a:br>
          <a:r>
            <a:rPr lang="en-IN" sz="1900" kern="1200"/>
            <a:t>Client → API Gateway → Microservices → Databases</a:t>
          </a:r>
          <a:endParaRPr lang="en-US" sz="1900" kern="1200"/>
        </a:p>
      </dsp:txBody>
      <dsp:txXfrm>
        <a:off x="36845" y="4912905"/>
        <a:ext cx="6723985" cy="68108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698A79B-3AD0-4A53-A1B9-4FBA7D117484}">
      <dsp:nvSpPr>
        <dsp:cNvPr id="0" name=""/>
        <dsp:cNvSpPr/>
      </dsp:nvSpPr>
      <dsp:spPr>
        <a:xfrm>
          <a:off x="404043" y="1269416"/>
          <a:ext cx="658125" cy="658125"/>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73C08F09-A269-4E7D-A24F-D08F1841AD00}">
      <dsp:nvSpPr>
        <dsp:cNvPr id="0" name=""/>
        <dsp:cNvSpPr/>
      </dsp:nvSpPr>
      <dsp:spPr>
        <a:xfrm>
          <a:off x="1856" y="2168943"/>
          <a:ext cx="1462500" cy="585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100000"/>
            </a:lnSpc>
            <a:spcBef>
              <a:spcPct val="0"/>
            </a:spcBef>
            <a:spcAft>
              <a:spcPct val="35000"/>
            </a:spcAft>
            <a:buNone/>
          </a:pPr>
          <a:r>
            <a:rPr lang="en-US" sz="1200" b="1" kern="1200"/>
            <a:t>Components Included:</a:t>
          </a:r>
          <a:endParaRPr lang="en-US" sz="1200" kern="1200"/>
        </a:p>
      </dsp:txBody>
      <dsp:txXfrm>
        <a:off x="1856" y="2168943"/>
        <a:ext cx="1462500" cy="585000"/>
      </dsp:txXfrm>
    </dsp:sp>
    <dsp:sp modelId="{2E04C4E8-E689-4DA4-9A47-262E7D7F9590}">
      <dsp:nvSpPr>
        <dsp:cNvPr id="0" name=""/>
        <dsp:cNvSpPr/>
      </dsp:nvSpPr>
      <dsp:spPr>
        <a:xfrm>
          <a:off x="2122481" y="1269416"/>
          <a:ext cx="658125" cy="658125"/>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7541A25-0F3E-4E5F-8B1F-436E05CDEA9E}">
      <dsp:nvSpPr>
        <dsp:cNvPr id="0" name=""/>
        <dsp:cNvSpPr/>
      </dsp:nvSpPr>
      <dsp:spPr>
        <a:xfrm>
          <a:off x="1720293" y="2168943"/>
          <a:ext cx="1462500" cy="585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100000"/>
            </a:lnSpc>
            <a:spcBef>
              <a:spcPct val="0"/>
            </a:spcBef>
            <a:spcAft>
              <a:spcPct val="35000"/>
            </a:spcAft>
            <a:buNone/>
          </a:pPr>
          <a:r>
            <a:rPr lang="en-US" sz="1200" kern="1200"/>
            <a:t>React Frontend</a:t>
          </a:r>
        </a:p>
      </dsp:txBody>
      <dsp:txXfrm>
        <a:off x="1720293" y="2168943"/>
        <a:ext cx="1462500" cy="585000"/>
      </dsp:txXfrm>
    </dsp:sp>
    <dsp:sp modelId="{CC5F6A75-6922-463E-A090-14E962203E73}">
      <dsp:nvSpPr>
        <dsp:cNvPr id="0" name=""/>
        <dsp:cNvSpPr/>
      </dsp:nvSpPr>
      <dsp:spPr>
        <a:xfrm>
          <a:off x="3840918" y="1269416"/>
          <a:ext cx="658125" cy="658125"/>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A19DA773-4EA6-4A7F-A3B5-789A2B1E8880}">
      <dsp:nvSpPr>
        <dsp:cNvPr id="0" name=""/>
        <dsp:cNvSpPr/>
      </dsp:nvSpPr>
      <dsp:spPr>
        <a:xfrm>
          <a:off x="3438731" y="2168943"/>
          <a:ext cx="1462500" cy="585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100000"/>
            </a:lnSpc>
            <a:spcBef>
              <a:spcPct val="0"/>
            </a:spcBef>
            <a:spcAft>
              <a:spcPct val="35000"/>
            </a:spcAft>
            <a:buNone/>
          </a:pPr>
          <a:r>
            <a:rPr lang="en-US" sz="1200" kern="1200"/>
            <a:t>API Gateway</a:t>
          </a:r>
        </a:p>
      </dsp:txBody>
      <dsp:txXfrm>
        <a:off x="3438731" y="2168943"/>
        <a:ext cx="1462500" cy="585000"/>
      </dsp:txXfrm>
    </dsp:sp>
    <dsp:sp modelId="{FCBE5289-E8E1-4C05-9BEE-6318CB82035F}">
      <dsp:nvSpPr>
        <dsp:cNvPr id="0" name=""/>
        <dsp:cNvSpPr/>
      </dsp:nvSpPr>
      <dsp:spPr>
        <a:xfrm>
          <a:off x="5559356" y="1269416"/>
          <a:ext cx="658125" cy="658125"/>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7795B086-FC5B-491C-82C1-17345FAEB93A}">
      <dsp:nvSpPr>
        <dsp:cNvPr id="0" name=""/>
        <dsp:cNvSpPr/>
      </dsp:nvSpPr>
      <dsp:spPr>
        <a:xfrm>
          <a:off x="5157168" y="2168943"/>
          <a:ext cx="1462500" cy="585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100000"/>
            </a:lnSpc>
            <a:spcBef>
              <a:spcPct val="0"/>
            </a:spcBef>
            <a:spcAft>
              <a:spcPct val="35000"/>
            </a:spcAft>
            <a:buNone/>
          </a:pPr>
          <a:r>
            <a:rPr lang="en-US" sz="1200" kern="1200"/>
            <a:t>Auth, Customer, Account, Transaction Services</a:t>
          </a:r>
        </a:p>
      </dsp:txBody>
      <dsp:txXfrm>
        <a:off x="5157168" y="2168943"/>
        <a:ext cx="1462500" cy="585000"/>
      </dsp:txXfrm>
    </dsp:sp>
    <dsp:sp modelId="{CB58B9F8-A2AB-493F-A87F-8AAEB2758CEB}">
      <dsp:nvSpPr>
        <dsp:cNvPr id="0" name=""/>
        <dsp:cNvSpPr/>
      </dsp:nvSpPr>
      <dsp:spPr>
        <a:xfrm>
          <a:off x="7277793" y="1269416"/>
          <a:ext cx="658125" cy="658125"/>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9B68D32-B3B5-4459-A467-B3BC8C4A8D8B}">
      <dsp:nvSpPr>
        <dsp:cNvPr id="0" name=""/>
        <dsp:cNvSpPr/>
      </dsp:nvSpPr>
      <dsp:spPr>
        <a:xfrm>
          <a:off x="6875606" y="2168943"/>
          <a:ext cx="1462500" cy="585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100000"/>
            </a:lnSpc>
            <a:spcBef>
              <a:spcPct val="0"/>
            </a:spcBef>
            <a:spcAft>
              <a:spcPct val="35000"/>
            </a:spcAft>
            <a:buNone/>
          </a:pPr>
          <a:r>
            <a:rPr lang="en-US" sz="1200" kern="1200"/>
            <a:t>Individual Databases</a:t>
          </a:r>
        </a:p>
      </dsp:txBody>
      <dsp:txXfrm>
        <a:off x="6875606" y="2168943"/>
        <a:ext cx="1462500" cy="585000"/>
      </dsp:txXfrm>
    </dsp:sp>
    <dsp:sp modelId="{DE96143F-F9F4-43DF-A1FF-44759BD5140E}">
      <dsp:nvSpPr>
        <dsp:cNvPr id="0" name=""/>
        <dsp:cNvSpPr/>
      </dsp:nvSpPr>
      <dsp:spPr>
        <a:xfrm>
          <a:off x="8996231" y="1269416"/>
          <a:ext cx="658125" cy="658125"/>
        </a:xfrm>
        <a:prstGeom prst="rect">
          <a:avLst/>
        </a:prstGeom>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AB76950-CCD7-41AA-9035-384D201761B8}">
      <dsp:nvSpPr>
        <dsp:cNvPr id="0" name=""/>
        <dsp:cNvSpPr/>
      </dsp:nvSpPr>
      <dsp:spPr>
        <a:xfrm>
          <a:off x="8594043" y="2168943"/>
          <a:ext cx="1462500" cy="585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100000"/>
            </a:lnSpc>
            <a:spcBef>
              <a:spcPct val="0"/>
            </a:spcBef>
            <a:spcAft>
              <a:spcPct val="35000"/>
            </a:spcAft>
            <a:buNone/>
          </a:pPr>
          <a:r>
            <a:rPr lang="en-US" sz="1200" kern="1200"/>
            <a:t>Eureka Server</a:t>
          </a:r>
        </a:p>
      </dsp:txBody>
      <dsp:txXfrm>
        <a:off x="8594043" y="2168943"/>
        <a:ext cx="1462500" cy="58500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02D4906-72B8-4C79-B99D-B01C9A423492}">
      <dsp:nvSpPr>
        <dsp:cNvPr id="0" name=""/>
        <dsp:cNvSpPr/>
      </dsp:nvSpPr>
      <dsp:spPr>
        <a:xfrm>
          <a:off x="0" y="103319"/>
          <a:ext cx="10058399" cy="43173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b="1" kern="1200"/>
            <a:t>Example: Money Transfer Flow</a:t>
          </a:r>
          <a:endParaRPr lang="en-US" sz="1800" kern="1200"/>
        </a:p>
      </dsp:txBody>
      <dsp:txXfrm>
        <a:off x="21075" y="124394"/>
        <a:ext cx="10016249" cy="389580"/>
      </dsp:txXfrm>
    </dsp:sp>
    <dsp:sp modelId="{45F89BDE-C9AE-4361-82E0-6FE97559A502}">
      <dsp:nvSpPr>
        <dsp:cNvPr id="0" name=""/>
        <dsp:cNvSpPr/>
      </dsp:nvSpPr>
      <dsp:spPr>
        <a:xfrm>
          <a:off x="0" y="586889"/>
          <a:ext cx="10058399" cy="43173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a:t>User initiates transfer</a:t>
          </a:r>
        </a:p>
      </dsp:txBody>
      <dsp:txXfrm>
        <a:off x="21075" y="607964"/>
        <a:ext cx="10016249" cy="389580"/>
      </dsp:txXfrm>
    </dsp:sp>
    <dsp:sp modelId="{3FC7A90D-FA68-4A7A-9F77-61D618961C3B}">
      <dsp:nvSpPr>
        <dsp:cNvPr id="0" name=""/>
        <dsp:cNvSpPr/>
      </dsp:nvSpPr>
      <dsp:spPr>
        <a:xfrm>
          <a:off x="0" y="1070459"/>
          <a:ext cx="10058399" cy="43173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a:t>Request goes through API Gateway</a:t>
          </a:r>
        </a:p>
      </dsp:txBody>
      <dsp:txXfrm>
        <a:off x="21075" y="1091534"/>
        <a:ext cx="10016249" cy="389580"/>
      </dsp:txXfrm>
    </dsp:sp>
    <dsp:sp modelId="{866AF6AA-F4FF-4930-AC08-4C30F399D706}">
      <dsp:nvSpPr>
        <dsp:cNvPr id="0" name=""/>
        <dsp:cNvSpPr/>
      </dsp:nvSpPr>
      <dsp:spPr>
        <a:xfrm>
          <a:off x="0" y="1554029"/>
          <a:ext cx="10058399" cy="43173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a:t>Transaction Service handles request</a:t>
          </a:r>
        </a:p>
      </dsp:txBody>
      <dsp:txXfrm>
        <a:off x="21075" y="1575104"/>
        <a:ext cx="10016249" cy="389580"/>
      </dsp:txXfrm>
    </dsp:sp>
    <dsp:sp modelId="{19C58B5B-465F-4E60-AE5B-AF28BA30994F}">
      <dsp:nvSpPr>
        <dsp:cNvPr id="0" name=""/>
        <dsp:cNvSpPr/>
      </dsp:nvSpPr>
      <dsp:spPr>
        <a:xfrm>
          <a:off x="0" y="2037599"/>
          <a:ext cx="10058399" cy="43173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a:t>Auth Service validates PIN</a:t>
          </a:r>
        </a:p>
      </dsp:txBody>
      <dsp:txXfrm>
        <a:off x="21075" y="2058674"/>
        <a:ext cx="10016249" cy="389580"/>
      </dsp:txXfrm>
    </dsp:sp>
    <dsp:sp modelId="{31055F95-DFE8-46CE-94C8-44E8F1F32A10}">
      <dsp:nvSpPr>
        <dsp:cNvPr id="0" name=""/>
        <dsp:cNvSpPr/>
      </dsp:nvSpPr>
      <dsp:spPr>
        <a:xfrm>
          <a:off x="0" y="2521170"/>
          <a:ext cx="10058399" cy="43173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a:t>Account Service updates balances</a:t>
          </a:r>
        </a:p>
      </dsp:txBody>
      <dsp:txXfrm>
        <a:off x="21075" y="2542245"/>
        <a:ext cx="10016249" cy="389580"/>
      </dsp:txXfrm>
    </dsp:sp>
    <dsp:sp modelId="{DA841458-2E38-474B-B624-629AD7DC39E2}">
      <dsp:nvSpPr>
        <dsp:cNvPr id="0" name=""/>
        <dsp:cNvSpPr/>
      </dsp:nvSpPr>
      <dsp:spPr>
        <a:xfrm>
          <a:off x="0" y="3004740"/>
          <a:ext cx="10058399" cy="43173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a:t>Transaction record saved</a:t>
          </a:r>
        </a:p>
      </dsp:txBody>
      <dsp:txXfrm>
        <a:off x="21075" y="3025815"/>
        <a:ext cx="10016249" cy="389580"/>
      </dsp:txXfrm>
    </dsp:sp>
    <dsp:sp modelId="{8F6AFB62-069E-44AC-BFCF-4F27DB188D56}">
      <dsp:nvSpPr>
        <dsp:cNvPr id="0" name=""/>
        <dsp:cNvSpPr/>
      </dsp:nvSpPr>
      <dsp:spPr>
        <a:xfrm>
          <a:off x="0" y="3488310"/>
          <a:ext cx="10058399" cy="43173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a:t>Success response returned</a:t>
          </a:r>
        </a:p>
      </dsp:txBody>
      <dsp:txXfrm>
        <a:off x="21075" y="3509385"/>
        <a:ext cx="10016249" cy="389580"/>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B2243F0-1FB2-41E4-961B-8CAB2AED1024}" type="datetimeFigureOut">
              <a:rPr lang="en-IN" smtClean="0"/>
              <a:pPr/>
              <a:t>15/12/25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DF20133-9643-4EF8-94CA-FEF99B36DC3F}" type="slidenum">
              <a:rPr lang="en-IN" smtClean="0"/>
              <a:pPr/>
              <a:t>‹#›</a:t>
            </a:fld>
            <a:endParaRPr lang="en-IN"/>
          </a:p>
        </p:txBody>
      </p:sp>
    </p:spTree>
    <p:extLst>
      <p:ext uri="{BB962C8B-B14F-4D97-AF65-F5344CB8AC3E}">
        <p14:creationId xmlns:p14="http://schemas.microsoft.com/office/powerpoint/2010/main" val="12440091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18434" name="Google Shape;113;p1:notes"/>
          <p:cNvSpPr>
            <a:spLocks noGrp="1"/>
          </p:cNvSpPr>
          <p:nvPr>
            <p:ph type="body" idx="1"/>
          </p:nvPr>
        </p:nvSpPr>
        <p:spPr bwMode="auto">
          <a:noFill/>
        </p:spPr>
        <p:txBody>
          <a:bodyPr wrap="square" lIns="91425" tIns="45700" rIns="91425" bIns="45700" numCol="1" anchor="t" anchorCtr="0" compatLnSpc="1">
            <a:prstTxWarp prst="textNoShape">
              <a:avLst/>
            </a:prstTxWarp>
          </a:bodyPr>
          <a:lstStyle/>
          <a:p>
            <a:pPr>
              <a:spcBef>
                <a:spcPct val="0"/>
              </a:spcBef>
            </a:pPr>
            <a:endParaRPr lang="en-US"/>
          </a:p>
        </p:txBody>
      </p:sp>
      <p:sp>
        <p:nvSpPr>
          <p:cNvPr id="18435" name="Google Shape;114;p1:notes"/>
          <p:cNvSpPr>
            <a:spLocks noGrp="1" noRot="1" noChangeAspect="1" noTextEdit="1"/>
          </p:cNvSpPr>
          <p:nvPr>
            <p:ph type="sldImg" idx="2"/>
          </p:nvPr>
        </p:nvSpPr>
        <p:spPr bwMode="auto">
          <a:custGeom>
            <a:avLst/>
            <a:gdLst>
              <a:gd name="T0" fmla="*/ 0 w 120000"/>
              <a:gd name="T1" fmla="*/ 0 h 120000"/>
              <a:gd name="T2" fmla="*/ 2147483646 w 120000"/>
              <a:gd name="T3" fmla="*/ 0 h 120000"/>
              <a:gd name="T4" fmla="*/ 2147483646 w 120000"/>
              <a:gd name="T5" fmla="*/ 2147483646 h 120000"/>
              <a:gd name="T6" fmla="*/ 0 w 120000"/>
              <a:gd name="T7" fmla="*/ 2147483646 h 120000"/>
              <a:gd name="T8" fmla="*/ 0 w 120000"/>
              <a:gd name="T9" fmla="*/ 0 h 120000"/>
              <a:gd name="T10" fmla="*/ 0 60000 65536"/>
              <a:gd name="T11" fmla="*/ 0 60000 65536"/>
              <a:gd name="T12" fmla="*/ 0 60000 65536"/>
              <a:gd name="T13" fmla="*/ 0 60000 65536"/>
              <a:gd name="T14" fmla="*/ 0 60000 65536"/>
              <a:gd name="T15" fmla="*/ 0 w 120000"/>
              <a:gd name="T16" fmla="*/ 0 h 120000"/>
              <a:gd name="T17" fmla="*/ 120000 w 120000"/>
              <a:gd name="T18" fmla="*/ 120000 h 120000"/>
            </a:gdLst>
            <a:ahLst/>
            <a:cxnLst>
              <a:cxn ang="T10">
                <a:pos x="T0" y="T1"/>
              </a:cxn>
              <a:cxn ang="T11">
                <a:pos x="T2" y="T3"/>
              </a:cxn>
              <a:cxn ang="T12">
                <a:pos x="T4" y="T5"/>
              </a:cxn>
              <a:cxn ang="T13">
                <a:pos x="T6" y="T7"/>
              </a:cxn>
              <a:cxn ang="T14">
                <a:pos x="T8" y="T9"/>
              </a:cxn>
            </a:cxnLst>
            <a:rect l="T15" t="T16" r="T17" b="T18"/>
            <a:pathLst>
              <a:path w="120000" h="120000" extrusionOk="0">
                <a:moveTo>
                  <a:pt x="0" y="0"/>
                </a:moveTo>
                <a:lnTo>
                  <a:pt x="120000" y="0"/>
                </a:lnTo>
                <a:lnTo>
                  <a:pt x="120000" y="120000"/>
                </a:lnTo>
                <a:lnTo>
                  <a:pt x="0" y="120000"/>
                </a:lnTo>
                <a:lnTo>
                  <a:pt x="0" y="0"/>
                </a:lnTo>
                <a:close/>
              </a:path>
            </a:pathLst>
          </a:custGeom>
          <a:noFill/>
          <a:ln>
            <a:solidFill>
              <a:srgbClr val="000000"/>
            </a:solidFill>
            <a:miter lim="800000"/>
            <a:headEnd/>
            <a:tailEnd/>
          </a:ln>
        </p:spPr>
      </p:sp>
    </p:spTree>
    <p:extLst>
      <p:ext uri="{BB962C8B-B14F-4D97-AF65-F5344CB8AC3E}">
        <p14:creationId xmlns:p14="http://schemas.microsoft.com/office/powerpoint/2010/main" val="336142854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16FE1B3-E88F-4CF0-A71A-8B66A5AFB1BE}" type="datetime1">
              <a:rPr lang="en-IN" smtClean="0"/>
              <a:pPr/>
              <a:t>15/12/25</a:t>
            </a:fld>
            <a:endParaRPr lang="en-IN"/>
          </a:p>
        </p:txBody>
      </p:sp>
      <p:sp>
        <p:nvSpPr>
          <p:cNvPr id="5" name="Footer Placeholder 4"/>
          <p:cNvSpPr>
            <a:spLocks noGrp="1"/>
          </p:cNvSpPr>
          <p:nvPr>
            <p:ph type="ftr" sz="quarter" idx="11"/>
          </p:nvPr>
        </p:nvSpPr>
        <p:spPr/>
        <p:txBody>
          <a:bodyPr/>
          <a:lstStyle/>
          <a:p>
            <a:r>
              <a:rPr lang="en-US"/>
              <a:t>Department of Computer Science and Engineering</a:t>
            </a:r>
            <a:endParaRPr lang="en-IN"/>
          </a:p>
        </p:txBody>
      </p:sp>
      <p:sp>
        <p:nvSpPr>
          <p:cNvPr id="6" name="Slide Number Placeholder 5"/>
          <p:cNvSpPr>
            <a:spLocks noGrp="1"/>
          </p:cNvSpPr>
          <p:nvPr>
            <p:ph type="sldNum" sz="quarter" idx="12"/>
          </p:nvPr>
        </p:nvSpPr>
        <p:spPr/>
        <p:txBody>
          <a:bodyPr/>
          <a:lstStyle/>
          <a:p>
            <a:fld id="{1245FD78-8DE1-44B0-BD44-E067D054697C}" type="slidenum">
              <a:rPr lang="en-IN" smtClean="0"/>
              <a:pPr/>
              <a:t>‹#›</a:t>
            </a:fld>
            <a:endParaRPr lang="en-IN"/>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pic>
        <p:nvPicPr>
          <p:cNvPr id="11" name="Picture 2" descr="C:\Users\Srinidhi\Desktop\logo.png">
            <a:extLst>
              <a:ext uri="{FF2B5EF4-FFF2-40B4-BE49-F238E27FC236}">
                <a16:creationId xmlns:a16="http://schemas.microsoft.com/office/drawing/2014/main" id="{C728CEA0-BA7F-4BA3-B201-6B7A8B3DF1C4}"/>
              </a:ext>
            </a:extLst>
          </p:cNvPr>
          <p:cNvPicPr>
            <a:picLocks noChangeAspect="1" noChangeArrowheads="1"/>
          </p:cNvPicPr>
          <p:nvPr userDrawn="1"/>
        </p:nvPicPr>
        <p:blipFill>
          <a:blip r:embed="rId2" cstate="print"/>
          <a:srcRect/>
          <a:stretch>
            <a:fillRect/>
          </a:stretch>
        </p:blipFill>
        <p:spPr bwMode="auto">
          <a:xfrm>
            <a:off x="0" y="-62028"/>
            <a:ext cx="2438400" cy="977205"/>
          </a:xfrm>
          <a:prstGeom prst="rect">
            <a:avLst/>
          </a:prstGeom>
          <a:noFill/>
        </p:spPr>
      </p:pic>
    </p:spTree>
    <p:extLst>
      <p:ext uri="{BB962C8B-B14F-4D97-AF65-F5344CB8AC3E}">
        <p14:creationId xmlns:p14="http://schemas.microsoft.com/office/powerpoint/2010/main" val="3847805206"/>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4643DF5-8B6D-47BE-BBD4-4EB89BA74ED4}" type="datetime1">
              <a:rPr lang="en-IN" smtClean="0"/>
              <a:pPr/>
              <a:t>15/12/25</a:t>
            </a:fld>
            <a:endParaRPr lang="en-IN"/>
          </a:p>
        </p:txBody>
      </p:sp>
      <p:sp>
        <p:nvSpPr>
          <p:cNvPr id="5" name="Footer Placeholder 4"/>
          <p:cNvSpPr>
            <a:spLocks noGrp="1"/>
          </p:cNvSpPr>
          <p:nvPr>
            <p:ph type="ftr" sz="quarter" idx="11"/>
          </p:nvPr>
        </p:nvSpPr>
        <p:spPr/>
        <p:txBody>
          <a:bodyPr/>
          <a:lstStyle/>
          <a:p>
            <a:r>
              <a:rPr lang="en-US"/>
              <a:t>Department of Computer Science and Engineering</a:t>
            </a:r>
            <a:endParaRPr lang="en-IN"/>
          </a:p>
        </p:txBody>
      </p:sp>
      <p:sp>
        <p:nvSpPr>
          <p:cNvPr id="6" name="Slide Number Placeholder 5"/>
          <p:cNvSpPr>
            <a:spLocks noGrp="1"/>
          </p:cNvSpPr>
          <p:nvPr>
            <p:ph type="sldNum" sz="quarter" idx="12"/>
          </p:nvPr>
        </p:nvSpPr>
        <p:spPr/>
        <p:txBody>
          <a:bodyPr/>
          <a:lstStyle/>
          <a:p>
            <a:fld id="{1245FD78-8DE1-44B0-BD44-E067D054697C}" type="slidenum">
              <a:rPr lang="en-IN" smtClean="0"/>
              <a:pPr/>
              <a:t>‹#›</a:t>
            </a:fld>
            <a:endParaRPr lang="en-IN"/>
          </a:p>
        </p:txBody>
      </p:sp>
      <p:pic>
        <p:nvPicPr>
          <p:cNvPr id="8" name="Picture 2" descr="C:\Users\Srinidhi\Desktop\logo.png">
            <a:extLst>
              <a:ext uri="{FF2B5EF4-FFF2-40B4-BE49-F238E27FC236}">
                <a16:creationId xmlns:a16="http://schemas.microsoft.com/office/drawing/2014/main" id="{5E2C67C7-C385-4A44-A78F-D95F8B32544D}"/>
              </a:ext>
            </a:extLst>
          </p:cNvPr>
          <p:cNvPicPr>
            <a:picLocks noChangeAspect="1" noChangeArrowheads="1"/>
          </p:cNvPicPr>
          <p:nvPr userDrawn="1"/>
        </p:nvPicPr>
        <p:blipFill>
          <a:blip r:embed="rId2" cstate="print"/>
          <a:srcRect/>
          <a:stretch>
            <a:fillRect/>
          </a:stretch>
        </p:blipFill>
        <p:spPr bwMode="auto">
          <a:xfrm>
            <a:off x="175575" y="33090"/>
            <a:ext cx="2438400" cy="977205"/>
          </a:xfrm>
          <a:prstGeom prst="rect">
            <a:avLst/>
          </a:prstGeom>
          <a:noFill/>
        </p:spPr>
      </p:pic>
    </p:spTree>
    <p:extLst>
      <p:ext uri="{BB962C8B-B14F-4D97-AF65-F5344CB8AC3E}">
        <p14:creationId xmlns:p14="http://schemas.microsoft.com/office/powerpoint/2010/main" val="37809291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8DCF34C-635D-41B1-A799-60B1DC85DB23}" type="datetime1">
              <a:rPr lang="en-IN" smtClean="0"/>
              <a:pPr/>
              <a:t>15/12/25</a:t>
            </a:fld>
            <a:endParaRPr lang="en-IN"/>
          </a:p>
        </p:txBody>
      </p:sp>
      <p:sp>
        <p:nvSpPr>
          <p:cNvPr id="5" name="Footer Placeholder 4"/>
          <p:cNvSpPr>
            <a:spLocks noGrp="1"/>
          </p:cNvSpPr>
          <p:nvPr>
            <p:ph type="ftr" sz="quarter" idx="11"/>
          </p:nvPr>
        </p:nvSpPr>
        <p:spPr/>
        <p:txBody>
          <a:bodyPr/>
          <a:lstStyle/>
          <a:p>
            <a:r>
              <a:rPr lang="en-US"/>
              <a:t>Department of Computer Science and Engineering</a:t>
            </a:r>
            <a:endParaRPr lang="en-IN"/>
          </a:p>
        </p:txBody>
      </p:sp>
      <p:sp>
        <p:nvSpPr>
          <p:cNvPr id="6" name="Slide Number Placeholder 5"/>
          <p:cNvSpPr>
            <a:spLocks noGrp="1"/>
          </p:cNvSpPr>
          <p:nvPr>
            <p:ph type="sldNum" sz="quarter" idx="12"/>
          </p:nvPr>
        </p:nvSpPr>
        <p:spPr/>
        <p:txBody>
          <a:bodyPr/>
          <a:lstStyle/>
          <a:p>
            <a:fld id="{1245FD78-8DE1-44B0-BD44-E067D054697C}" type="slidenum">
              <a:rPr lang="en-IN" smtClean="0"/>
              <a:pPr/>
              <a:t>‹#›</a:t>
            </a:fld>
            <a:endParaRPr lang="en-IN"/>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pic>
        <p:nvPicPr>
          <p:cNvPr id="11" name="Picture 2" descr="C:\Users\Srinidhi\Desktop\logo.png">
            <a:extLst>
              <a:ext uri="{FF2B5EF4-FFF2-40B4-BE49-F238E27FC236}">
                <a16:creationId xmlns:a16="http://schemas.microsoft.com/office/drawing/2014/main" id="{6E4AAF7F-3876-4F6B-8901-E7673BBFDB22}"/>
              </a:ext>
            </a:extLst>
          </p:cNvPr>
          <p:cNvPicPr>
            <a:picLocks noChangeAspect="1" noChangeArrowheads="1"/>
          </p:cNvPicPr>
          <p:nvPr userDrawn="1"/>
        </p:nvPicPr>
        <p:blipFill>
          <a:blip r:embed="rId2" cstate="print"/>
          <a:srcRect/>
          <a:stretch>
            <a:fillRect/>
          </a:stretch>
        </p:blipFill>
        <p:spPr bwMode="auto">
          <a:xfrm>
            <a:off x="128441" y="33090"/>
            <a:ext cx="2438400" cy="977205"/>
          </a:xfrm>
          <a:prstGeom prst="rect">
            <a:avLst/>
          </a:prstGeom>
          <a:noFill/>
        </p:spPr>
      </p:pic>
    </p:spTree>
    <p:extLst>
      <p:ext uri="{BB962C8B-B14F-4D97-AF65-F5344CB8AC3E}">
        <p14:creationId xmlns:p14="http://schemas.microsoft.com/office/powerpoint/2010/main" val="18979981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4F4EAD9-437D-47C3-B77D-12BA326BE2DE}" type="datetime1">
              <a:rPr lang="en-IN" smtClean="0"/>
              <a:pPr/>
              <a:t>15/12/25</a:t>
            </a:fld>
            <a:endParaRPr lang="en-IN"/>
          </a:p>
        </p:txBody>
      </p:sp>
      <p:sp>
        <p:nvSpPr>
          <p:cNvPr id="6" name="Footer Placeholder 5"/>
          <p:cNvSpPr>
            <a:spLocks noGrp="1"/>
          </p:cNvSpPr>
          <p:nvPr>
            <p:ph type="ftr" sz="quarter" idx="11"/>
          </p:nvPr>
        </p:nvSpPr>
        <p:spPr/>
        <p:txBody>
          <a:bodyPr/>
          <a:lstStyle/>
          <a:p>
            <a:r>
              <a:rPr lang="en-US"/>
              <a:t>Department of Computer Science and Engineering</a:t>
            </a:r>
            <a:endParaRPr lang="en-IN"/>
          </a:p>
        </p:txBody>
      </p:sp>
      <p:sp>
        <p:nvSpPr>
          <p:cNvPr id="7" name="Slide Number Placeholder 6"/>
          <p:cNvSpPr>
            <a:spLocks noGrp="1"/>
          </p:cNvSpPr>
          <p:nvPr>
            <p:ph type="sldNum" sz="quarter" idx="12"/>
          </p:nvPr>
        </p:nvSpPr>
        <p:spPr/>
        <p:txBody>
          <a:bodyPr/>
          <a:lstStyle/>
          <a:p>
            <a:fld id="{1245FD78-8DE1-44B0-BD44-E067D054697C}" type="slidenum">
              <a:rPr lang="en-IN" smtClean="0"/>
              <a:pPr/>
              <a:t>‹#›</a:t>
            </a:fld>
            <a:endParaRPr lang="en-IN"/>
          </a:p>
        </p:txBody>
      </p:sp>
      <p:pic>
        <p:nvPicPr>
          <p:cNvPr id="2" name="Picture 2" descr="C:\Users\Srinidhi\Desktop\logo.png">
            <a:extLst>
              <a:ext uri="{FF2B5EF4-FFF2-40B4-BE49-F238E27FC236}">
                <a16:creationId xmlns:a16="http://schemas.microsoft.com/office/drawing/2014/main" id="{EF3C39C1-9BAB-4C45-A144-CF8BF2E72B4B}"/>
              </a:ext>
            </a:extLst>
          </p:cNvPr>
          <p:cNvPicPr>
            <a:picLocks noChangeAspect="1" noChangeArrowheads="1"/>
          </p:cNvPicPr>
          <p:nvPr userDrawn="1"/>
        </p:nvPicPr>
        <p:blipFill>
          <a:blip r:embed="rId2" cstate="print"/>
          <a:srcRect/>
          <a:stretch>
            <a:fillRect/>
          </a:stretch>
        </p:blipFill>
        <p:spPr bwMode="auto">
          <a:xfrm>
            <a:off x="0" y="-29189"/>
            <a:ext cx="2438400" cy="977205"/>
          </a:xfrm>
          <a:prstGeom prst="rect">
            <a:avLst/>
          </a:prstGeom>
          <a:noFill/>
        </p:spPr>
      </p:pic>
    </p:spTree>
    <p:extLst>
      <p:ext uri="{BB962C8B-B14F-4D97-AF65-F5344CB8AC3E}">
        <p14:creationId xmlns:p14="http://schemas.microsoft.com/office/powerpoint/2010/main" val="9234473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7195050-B85C-43C4-8D2C-CBDC800CDCCE}" type="datetime1">
              <a:rPr lang="en-IN" smtClean="0"/>
              <a:pPr/>
              <a:t>15/12/25</a:t>
            </a:fld>
            <a:endParaRPr lang="en-IN"/>
          </a:p>
        </p:txBody>
      </p:sp>
      <p:sp>
        <p:nvSpPr>
          <p:cNvPr id="8" name="Footer Placeholder 7"/>
          <p:cNvSpPr>
            <a:spLocks noGrp="1"/>
          </p:cNvSpPr>
          <p:nvPr>
            <p:ph type="ftr" sz="quarter" idx="11"/>
          </p:nvPr>
        </p:nvSpPr>
        <p:spPr/>
        <p:txBody>
          <a:bodyPr/>
          <a:lstStyle/>
          <a:p>
            <a:r>
              <a:rPr lang="en-US"/>
              <a:t>Department of Computer Science and Engineering</a:t>
            </a:r>
            <a:endParaRPr lang="en-IN"/>
          </a:p>
        </p:txBody>
      </p:sp>
      <p:sp>
        <p:nvSpPr>
          <p:cNvPr id="9" name="Slide Number Placeholder 8"/>
          <p:cNvSpPr>
            <a:spLocks noGrp="1"/>
          </p:cNvSpPr>
          <p:nvPr>
            <p:ph type="sldNum" sz="quarter" idx="12"/>
          </p:nvPr>
        </p:nvSpPr>
        <p:spPr/>
        <p:txBody>
          <a:bodyPr/>
          <a:lstStyle/>
          <a:p>
            <a:fld id="{1245FD78-8DE1-44B0-BD44-E067D054697C}" type="slidenum">
              <a:rPr lang="en-IN" smtClean="0"/>
              <a:pPr/>
              <a:t>‹#›</a:t>
            </a:fld>
            <a:endParaRPr lang="en-IN"/>
          </a:p>
        </p:txBody>
      </p:sp>
      <p:pic>
        <p:nvPicPr>
          <p:cNvPr id="2" name="Picture 2" descr="C:\Users\Srinidhi\Desktop\logo.png">
            <a:extLst>
              <a:ext uri="{FF2B5EF4-FFF2-40B4-BE49-F238E27FC236}">
                <a16:creationId xmlns:a16="http://schemas.microsoft.com/office/drawing/2014/main" id="{1B300F68-EEC8-479F-89B4-B66DB0F421A6}"/>
              </a:ext>
            </a:extLst>
          </p:cNvPr>
          <p:cNvPicPr>
            <a:picLocks noChangeAspect="1" noChangeArrowheads="1"/>
          </p:cNvPicPr>
          <p:nvPr userDrawn="1"/>
        </p:nvPicPr>
        <p:blipFill>
          <a:blip r:embed="rId2" cstate="print"/>
          <a:srcRect/>
          <a:stretch>
            <a:fillRect/>
          </a:stretch>
        </p:blipFill>
        <p:spPr bwMode="auto">
          <a:xfrm>
            <a:off x="119013" y="12104"/>
            <a:ext cx="2438400" cy="977205"/>
          </a:xfrm>
          <a:prstGeom prst="rect">
            <a:avLst/>
          </a:prstGeom>
          <a:noFill/>
        </p:spPr>
      </p:pic>
    </p:spTree>
    <p:extLst>
      <p:ext uri="{BB962C8B-B14F-4D97-AF65-F5344CB8AC3E}">
        <p14:creationId xmlns:p14="http://schemas.microsoft.com/office/powerpoint/2010/main" val="29081090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E7F2D1F-8F8A-44CD-AB4D-C14FB43FB2E1}" type="datetime1">
              <a:rPr lang="en-IN" smtClean="0"/>
              <a:pPr/>
              <a:t>15/12/25</a:t>
            </a:fld>
            <a:endParaRPr lang="en-IN"/>
          </a:p>
        </p:txBody>
      </p:sp>
      <p:sp>
        <p:nvSpPr>
          <p:cNvPr id="4" name="Footer Placeholder 3"/>
          <p:cNvSpPr>
            <a:spLocks noGrp="1"/>
          </p:cNvSpPr>
          <p:nvPr>
            <p:ph type="ftr" sz="quarter" idx="11"/>
          </p:nvPr>
        </p:nvSpPr>
        <p:spPr/>
        <p:txBody>
          <a:bodyPr/>
          <a:lstStyle/>
          <a:p>
            <a:r>
              <a:rPr lang="en-US"/>
              <a:t>Department of Computer Science and Engineering</a:t>
            </a:r>
            <a:endParaRPr lang="en-IN"/>
          </a:p>
        </p:txBody>
      </p:sp>
      <p:sp>
        <p:nvSpPr>
          <p:cNvPr id="5" name="Slide Number Placeholder 4"/>
          <p:cNvSpPr>
            <a:spLocks noGrp="1"/>
          </p:cNvSpPr>
          <p:nvPr>
            <p:ph type="sldNum" sz="quarter" idx="12"/>
          </p:nvPr>
        </p:nvSpPr>
        <p:spPr/>
        <p:txBody>
          <a:bodyPr/>
          <a:lstStyle/>
          <a:p>
            <a:fld id="{1245FD78-8DE1-44B0-BD44-E067D054697C}" type="slidenum">
              <a:rPr lang="en-IN" smtClean="0"/>
              <a:pPr/>
              <a:t>‹#›</a:t>
            </a:fld>
            <a:endParaRPr lang="en-IN"/>
          </a:p>
        </p:txBody>
      </p:sp>
      <p:pic>
        <p:nvPicPr>
          <p:cNvPr id="7" name="Picture 2" descr="C:\Users\Srinidhi\Desktop\logo.png">
            <a:extLst>
              <a:ext uri="{FF2B5EF4-FFF2-40B4-BE49-F238E27FC236}">
                <a16:creationId xmlns:a16="http://schemas.microsoft.com/office/drawing/2014/main" id="{6720B71A-9CF9-4970-96CA-352F2D5F33C5}"/>
              </a:ext>
            </a:extLst>
          </p:cNvPr>
          <p:cNvPicPr>
            <a:picLocks noChangeAspect="1" noChangeArrowheads="1"/>
          </p:cNvPicPr>
          <p:nvPr userDrawn="1"/>
        </p:nvPicPr>
        <p:blipFill>
          <a:blip r:embed="rId2" cstate="print"/>
          <a:srcRect/>
          <a:stretch>
            <a:fillRect/>
          </a:stretch>
        </p:blipFill>
        <p:spPr bwMode="auto">
          <a:xfrm>
            <a:off x="260415" y="34776"/>
            <a:ext cx="2438400" cy="977205"/>
          </a:xfrm>
          <a:prstGeom prst="rect">
            <a:avLst/>
          </a:prstGeom>
          <a:noFill/>
        </p:spPr>
      </p:pic>
    </p:spTree>
    <p:extLst>
      <p:ext uri="{BB962C8B-B14F-4D97-AF65-F5344CB8AC3E}">
        <p14:creationId xmlns:p14="http://schemas.microsoft.com/office/powerpoint/2010/main" val="6764992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36A00AE1-9B9A-4A18-B5B6-C32772474347}" type="datetime1">
              <a:rPr lang="en-IN" smtClean="0"/>
              <a:pPr/>
              <a:t>15/12/25</a:t>
            </a:fld>
            <a:endParaRPr lang="en-IN"/>
          </a:p>
        </p:txBody>
      </p:sp>
      <p:sp>
        <p:nvSpPr>
          <p:cNvPr id="8" name="Footer Placeholder 7"/>
          <p:cNvSpPr>
            <a:spLocks noGrp="1"/>
          </p:cNvSpPr>
          <p:nvPr>
            <p:ph type="ftr" sz="quarter" idx="11"/>
          </p:nvPr>
        </p:nvSpPr>
        <p:spPr/>
        <p:txBody>
          <a:bodyPr/>
          <a:lstStyle>
            <a:lvl1pPr>
              <a:defRPr>
                <a:solidFill>
                  <a:srgbClr val="FFFFFF"/>
                </a:solidFill>
              </a:defRPr>
            </a:lvl1pPr>
          </a:lstStyle>
          <a:p>
            <a:r>
              <a:rPr lang="en-US"/>
              <a:t>Department of Computer Science and Engineering</a:t>
            </a:r>
            <a:endParaRPr lang="en-IN"/>
          </a:p>
        </p:txBody>
      </p:sp>
      <p:sp>
        <p:nvSpPr>
          <p:cNvPr id="9" name="Slide Number Placeholder 8"/>
          <p:cNvSpPr>
            <a:spLocks noGrp="1"/>
          </p:cNvSpPr>
          <p:nvPr>
            <p:ph type="sldNum" sz="quarter" idx="12"/>
          </p:nvPr>
        </p:nvSpPr>
        <p:spPr/>
        <p:txBody>
          <a:bodyPr/>
          <a:lstStyle/>
          <a:p>
            <a:fld id="{1245FD78-8DE1-44B0-BD44-E067D054697C}" type="slidenum">
              <a:rPr lang="en-IN" smtClean="0"/>
              <a:pPr/>
              <a:t>‹#›</a:t>
            </a:fld>
            <a:endParaRPr lang="en-IN"/>
          </a:p>
        </p:txBody>
      </p:sp>
      <p:pic>
        <p:nvPicPr>
          <p:cNvPr id="2" name="Picture 2" descr="C:\Users\Srinidhi\Desktop\logo.png">
            <a:extLst>
              <a:ext uri="{FF2B5EF4-FFF2-40B4-BE49-F238E27FC236}">
                <a16:creationId xmlns:a16="http://schemas.microsoft.com/office/drawing/2014/main" id="{7393EDB9-65C6-42AA-B582-C92413F0DE59}"/>
              </a:ext>
            </a:extLst>
          </p:cNvPr>
          <p:cNvPicPr>
            <a:picLocks noChangeAspect="1" noChangeArrowheads="1"/>
          </p:cNvPicPr>
          <p:nvPr userDrawn="1"/>
        </p:nvPicPr>
        <p:blipFill>
          <a:blip r:embed="rId2" cstate="print"/>
          <a:srcRect/>
          <a:stretch>
            <a:fillRect/>
          </a:stretch>
        </p:blipFill>
        <p:spPr bwMode="auto">
          <a:xfrm>
            <a:off x="137867" y="0"/>
            <a:ext cx="2438400" cy="977205"/>
          </a:xfrm>
          <a:prstGeom prst="rect">
            <a:avLst/>
          </a:prstGeom>
          <a:noFill/>
        </p:spPr>
      </p:pic>
    </p:spTree>
    <p:extLst>
      <p:ext uri="{BB962C8B-B14F-4D97-AF65-F5344CB8AC3E}">
        <p14:creationId xmlns:p14="http://schemas.microsoft.com/office/powerpoint/2010/main" val="2740474254"/>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6F7B85E6-2B01-473B-97EC-04BD501566D8}" type="datetime1">
              <a:rPr lang="en-IN" smtClean="0"/>
              <a:pPr/>
              <a:t>15/12/25</a:t>
            </a:fld>
            <a:endParaRPr lang="en-IN"/>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r>
              <a:rPr lang="en-US"/>
              <a:t>Department of Computer Science and Engineering</a:t>
            </a:r>
            <a:endParaRPr lang="en-IN"/>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1245FD78-8DE1-44B0-BD44-E067D054697C}" type="slidenum">
              <a:rPr lang="en-IN" smtClean="0"/>
              <a:pPr/>
              <a:t>‹#›</a:t>
            </a:fld>
            <a:endParaRPr lang="en-IN"/>
          </a:p>
        </p:txBody>
      </p:sp>
      <p:pic>
        <p:nvPicPr>
          <p:cNvPr id="11" name="Picture 2" descr="C:\Users\Srinidhi\Desktop\logo.png">
            <a:extLst>
              <a:ext uri="{FF2B5EF4-FFF2-40B4-BE49-F238E27FC236}">
                <a16:creationId xmlns:a16="http://schemas.microsoft.com/office/drawing/2014/main" id="{6BF8E43F-406B-489A-A07B-CBBB6CD8B66C}"/>
              </a:ext>
            </a:extLst>
          </p:cNvPr>
          <p:cNvPicPr>
            <a:picLocks noChangeAspect="1" noChangeArrowheads="1"/>
          </p:cNvPicPr>
          <p:nvPr userDrawn="1"/>
        </p:nvPicPr>
        <p:blipFill>
          <a:blip r:embed="rId2" cstate="print"/>
          <a:srcRect/>
          <a:stretch>
            <a:fillRect/>
          </a:stretch>
        </p:blipFill>
        <p:spPr bwMode="auto">
          <a:xfrm>
            <a:off x="74729" y="-48825"/>
            <a:ext cx="2438400" cy="977205"/>
          </a:xfrm>
          <a:prstGeom prst="rect">
            <a:avLst/>
          </a:prstGeom>
          <a:noFill/>
        </p:spPr>
      </p:pic>
    </p:spTree>
    <p:extLst>
      <p:ext uri="{BB962C8B-B14F-4D97-AF65-F5344CB8AC3E}">
        <p14:creationId xmlns:p14="http://schemas.microsoft.com/office/powerpoint/2010/main" val="823331611"/>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1CDCA62-F5B5-4F8F-A99A-0B4FB618218C}" type="datetime1">
              <a:rPr lang="en-IN" smtClean="0"/>
              <a:pPr/>
              <a:t>15/12/25</a:t>
            </a:fld>
            <a:endParaRPr lang="en-IN"/>
          </a:p>
        </p:txBody>
      </p:sp>
      <p:sp>
        <p:nvSpPr>
          <p:cNvPr id="6" name="Footer Placeholder 5"/>
          <p:cNvSpPr>
            <a:spLocks noGrp="1"/>
          </p:cNvSpPr>
          <p:nvPr>
            <p:ph type="ftr" sz="quarter" idx="11"/>
          </p:nvPr>
        </p:nvSpPr>
        <p:spPr/>
        <p:txBody>
          <a:bodyPr/>
          <a:lstStyle/>
          <a:p>
            <a:r>
              <a:rPr lang="en-US"/>
              <a:t>Department of Computer Science and Engineering</a:t>
            </a:r>
            <a:endParaRPr lang="en-US" dirty="0"/>
          </a:p>
        </p:txBody>
      </p:sp>
      <p:sp>
        <p:nvSpPr>
          <p:cNvPr id="7" name="Slide Number Placeholder 6"/>
          <p:cNvSpPr>
            <a:spLocks noGrp="1"/>
          </p:cNvSpPr>
          <p:nvPr>
            <p:ph type="sldNum" sz="quarter" idx="12"/>
          </p:nvPr>
        </p:nvSpPr>
        <p:spPr/>
        <p:txBody>
          <a:bodyPr/>
          <a:lstStyle/>
          <a:p>
            <a:fld id="{1245FD78-8DE1-44B0-BD44-E067D054697C}" type="slidenum">
              <a:rPr lang="en-IN" smtClean="0"/>
              <a:pPr/>
              <a:t>‹#›</a:t>
            </a:fld>
            <a:endParaRPr lang="en-IN"/>
          </a:p>
        </p:txBody>
      </p:sp>
      <p:pic>
        <p:nvPicPr>
          <p:cNvPr id="11" name="Picture 2" descr="C:\Users\Srinidhi\Desktop\logo.png">
            <a:extLst>
              <a:ext uri="{FF2B5EF4-FFF2-40B4-BE49-F238E27FC236}">
                <a16:creationId xmlns:a16="http://schemas.microsoft.com/office/drawing/2014/main" id="{8D7279E7-0A06-4D9D-B018-700B7F4A3314}"/>
              </a:ext>
            </a:extLst>
          </p:cNvPr>
          <p:cNvPicPr>
            <a:picLocks noChangeAspect="1" noChangeArrowheads="1"/>
          </p:cNvPicPr>
          <p:nvPr userDrawn="1"/>
        </p:nvPicPr>
        <p:blipFill>
          <a:blip r:embed="rId3" cstate="print"/>
          <a:srcRect/>
          <a:stretch>
            <a:fillRect/>
          </a:stretch>
        </p:blipFill>
        <p:spPr bwMode="auto">
          <a:xfrm>
            <a:off x="0" y="33090"/>
            <a:ext cx="2438400" cy="977205"/>
          </a:xfrm>
          <a:prstGeom prst="rect">
            <a:avLst/>
          </a:prstGeom>
          <a:noFill/>
        </p:spPr>
      </p:pic>
    </p:spTree>
    <p:extLst>
      <p:ext uri="{BB962C8B-B14F-4D97-AF65-F5344CB8AC3E}">
        <p14:creationId xmlns:p14="http://schemas.microsoft.com/office/powerpoint/2010/main" val="32237779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DD0C5BD-3F03-4AEE-A209-A23AF5528BF1}" type="datetime1">
              <a:rPr lang="en-IN" smtClean="0"/>
              <a:pPr/>
              <a:t>15/12/25</a:t>
            </a:fld>
            <a:endParaRPr lang="en-IN"/>
          </a:p>
        </p:txBody>
      </p:sp>
      <p:sp>
        <p:nvSpPr>
          <p:cNvPr id="5" name="Footer Placeholder 4"/>
          <p:cNvSpPr>
            <a:spLocks noGrp="1"/>
          </p:cNvSpPr>
          <p:nvPr>
            <p:ph type="ftr" sz="quarter" idx="11"/>
          </p:nvPr>
        </p:nvSpPr>
        <p:spPr/>
        <p:txBody>
          <a:bodyPr/>
          <a:lstStyle/>
          <a:p>
            <a:r>
              <a:rPr lang="en-US"/>
              <a:t>Department of Computer Science and Engineering</a:t>
            </a:r>
            <a:endParaRPr lang="en-IN"/>
          </a:p>
        </p:txBody>
      </p:sp>
      <p:sp>
        <p:nvSpPr>
          <p:cNvPr id="6" name="Slide Number Placeholder 5"/>
          <p:cNvSpPr>
            <a:spLocks noGrp="1"/>
          </p:cNvSpPr>
          <p:nvPr>
            <p:ph type="sldNum" sz="quarter" idx="12"/>
          </p:nvPr>
        </p:nvSpPr>
        <p:spPr/>
        <p:txBody>
          <a:bodyPr/>
          <a:lstStyle/>
          <a:p>
            <a:fld id="{1245FD78-8DE1-44B0-BD44-E067D054697C}" type="slidenum">
              <a:rPr lang="en-IN" smtClean="0"/>
              <a:pPr/>
              <a:t>‹#›</a:t>
            </a:fld>
            <a:endParaRPr lang="en-IN"/>
          </a:p>
        </p:txBody>
      </p:sp>
      <p:pic>
        <p:nvPicPr>
          <p:cNvPr id="8" name="Picture 2" descr="C:\Users\Srinidhi\Desktop\logo.png">
            <a:extLst>
              <a:ext uri="{FF2B5EF4-FFF2-40B4-BE49-F238E27FC236}">
                <a16:creationId xmlns:a16="http://schemas.microsoft.com/office/drawing/2014/main" id="{2BFF8954-070D-4352-AC3E-DD7D500D0A59}"/>
              </a:ext>
            </a:extLst>
          </p:cNvPr>
          <p:cNvPicPr>
            <a:picLocks noChangeAspect="1" noChangeArrowheads="1"/>
          </p:cNvPicPr>
          <p:nvPr userDrawn="1"/>
        </p:nvPicPr>
        <p:blipFill>
          <a:blip r:embed="rId2" cstate="print"/>
          <a:srcRect/>
          <a:stretch>
            <a:fillRect/>
          </a:stretch>
        </p:blipFill>
        <p:spPr bwMode="auto">
          <a:xfrm>
            <a:off x="213281" y="33090"/>
            <a:ext cx="2438400" cy="977205"/>
          </a:xfrm>
          <a:prstGeom prst="rect">
            <a:avLst/>
          </a:prstGeom>
          <a:noFill/>
        </p:spPr>
      </p:pic>
    </p:spTree>
    <p:extLst>
      <p:ext uri="{BB962C8B-B14F-4D97-AF65-F5344CB8AC3E}">
        <p14:creationId xmlns:p14="http://schemas.microsoft.com/office/powerpoint/2010/main" val="32667510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D439EFB-17DC-48FE-98FE-8A43C41477D5}" type="datetime1">
              <a:rPr lang="en-IN" smtClean="0"/>
              <a:pPr/>
              <a:t>15/12/25</a:t>
            </a:fld>
            <a:endParaRPr lang="en-IN"/>
          </a:p>
        </p:txBody>
      </p:sp>
      <p:sp>
        <p:nvSpPr>
          <p:cNvPr id="5" name="Footer Placeholder 4"/>
          <p:cNvSpPr>
            <a:spLocks noGrp="1"/>
          </p:cNvSpPr>
          <p:nvPr>
            <p:ph type="ftr" sz="quarter" idx="11"/>
          </p:nvPr>
        </p:nvSpPr>
        <p:spPr/>
        <p:txBody>
          <a:bodyPr/>
          <a:lstStyle/>
          <a:p>
            <a:r>
              <a:rPr lang="en-US"/>
              <a:t>Department of Computer Science and Engineering</a:t>
            </a:r>
            <a:endParaRPr lang="en-IN"/>
          </a:p>
        </p:txBody>
      </p:sp>
      <p:sp>
        <p:nvSpPr>
          <p:cNvPr id="6" name="Slide Number Placeholder 5"/>
          <p:cNvSpPr>
            <a:spLocks noGrp="1"/>
          </p:cNvSpPr>
          <p:nvPr>
            <p:ph type="sldNum" sz="quarter" idx="12"/>
          </p:nvPr>
        </p:nvSpPr>
        <p:spPr/>
        <p:txBody>
          <a:bodyPr/>
          <a:lstStyle/>
          <a:p>
            <a:fld id="{1245FD78-8DE1-44B0-BD44-E067D054697C}" type="slidenum">
              <a:rPr lang="en-IN" smtClean="0"/>
              <a:pPr/>
              <a:t>‹#›</a:t>
            </a:fld>
            <a:endParaRPr lang="en-IN"/>
          </a:p>
        </p:txBody>
      </p:sp>
      <p:pic>
        <p:nvPicPr>
          <p:cNvPr id="10" name="Picture 2" descr="C:\Users\Srinidhi\Desktop\logo.png">
            <a:extLst>
              <a:ext uri="{FF2B5EF4-FFF2-40B4-BE49-F238E27FC236}">
                <a16:creationId xmlns:a16="http://schemas.microsoft.com/office/drawing/2014/main" id="{F8681246-1AFA-47C1-8723-E212F3BD6963}"/>
              </a:ext>
            </a:extLst>
          </p:cNvPr>
          <p:cNvPicPr>
            <a:picLocks noChangeAspect="1" noChangeArrowheads="1"/>
          </p:cNvPicPr>
          <p:nvPr userDrawn="1"/>
        </p:nvPicPr>
        <p:blipFill>
          <a:blip r:embed="rId2" cstate="print"/>
          <a:srcRect/>
          <a:stretch>
            <a:fillRect/>
          </a:stretch>
        </p:blipFill>
        <p:spPr bwMode="auto">
          <a:xfrm>
            <a:off x="0" y="-28927"/>
            <a:ext cx="2438400" cy="977205"/>
          </a:xfrm>
          <a:prstGeom prst="rect">
            <a:avLst/>
          </a:prstGeom>
          <a:noFill/>
        </p:spPr>
      </p:pic>
    </p:spTree>
    <p:extLst>
      <p:ext uri="{BB962C8B-B14F-4D97-AF65-F5344CB8AC3E}">
        <p14:creationId xmlns:p14="http://schemas.microsoft.com/office/powerpoint/2010/main" val="11658831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698DD461-9852-403C-BFA6-47810393155D}" type="datetime1">
              <a:rPr lang="en-IN" smtClean="0"/>
              <a:pPr/>
              <a:t>15/12/25</a:t>
            </a:fld>
            <a:endParaRPr lang="en-IN"/>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r>
              <a:rPr lang="en-US"/>
              <a:t>Department of Computer Science and Engineering</a:t>
            </a:r>
            <a:endParaRPr lang="en-IN"/>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1245FD78-8DE1-44B0-BD44-E067D054697C}" type="slidenum">
              <a:rPr lang="en-IN" smtClean="0"/>
              <a:pPr/>
              <a:t>‹#›</a:t>
            </a:fld>
            <a:endParaRPr lang="en-IN"/>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22238830"/>
      </p:ext>
    </p:extLst>
  </p:cSld>
  <p:clrMap bg1="lt1" tx1="dk1" bg2="lt2" tx2="dk2" accent1="accent1" accent2="accent2" accent3="accent3" accent4="accent4" accent5="accent5" accent6="accent6" hlink="hlink" folHlink="folHlink"/>
  <p:sldLayoutIdLst>
    <p:sldLayoutId id="2147483769" r:id="rId1"/>
    <p:sldLayoutId id="2147483770" r:id="rId2"/>
    <p:sldLayoutId id="2147483771" r:id="rId3"/>
    <p:sldLayoutId id="2147483772" r:id="rId4"/>
    <p:sldLayoutId id="2147483773" r:id="rId5"/>
    <p:sldLayoutId id="2147483774" r:id="rId6"/>
    <p:sldLayoutId id="2147483775" r:id="rId7"/>
    <p:sldLayoutId id="2147483776" r:id="rId8"/>
    <p:sldLayoutId id="2147483777" r:id="rId9"/>
    <p:sldLayoutId id="2147483778" r:id="rId10"/>
    <p:sldLayoutId id="2147483779" r:id="rId11"/>
  </p:sldLayoutIdLst>
  <p:hf hdr="0" dt="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 name="Google Shape;116;p1"/>
          <p:cNvSpPr txBox="1">
            <a:spLocks noGrp="1"/>
          </p:cNvSpPr>
          <p:nvPr>
            <p:ph type="ctrTitle"/>
          </p:nvPr>
        </p:nvSpPr>
        <p:spPr>
          <a:xfrm>
            <a:off x="671512" y="2709235"/>
            <a:ext cx="10848975" cy="1119188"/>
          </a:xfrm>
        </p:spPr>
        <p:txBody>
          <a:bodyPr spcFirstLastPara="1" wrap="square" lIns="91425" tIns="45700" rIns="91425" bIns="45700" anchorCtr="0">
            <a:noAutofit/>
          </a:bodyPr>
          <a:lstStyle/>
          <a:p>
            <a:pPr algn="ctr">
              <a:lnSpc>
                <a:spcPct val="100000"/>
              </a:lnSpc>
              <a:spcBef>
                <a:spcPts val="0"/>
              </a:spcBef>
              <a:buClr>
                <a:srgbClr val="262626"/>
              </a:buClr>
              <a:buSzPts val="2800"/>
              <a:defRPr/>
            </a:pPr>
            <a:r>
              <a:rPr lang="en-US" sz="3200" b="1" dirty="0"/>
              <a:t>Project Title:  </a:t>
            </a:r>
            <a:br>
              <a:rPr lang="en-US" sz="3200" b="1" dirty="0"/>
            </a:br>
            <a:r>
              <a:rPr lang="en-US" sz="3200" b="1" dirty="0"/>
              <a:t>Bank Management System</a:t>
            </a:r>
            <a:endParaRPr sz="2000" dirty="0"/>
          </a:p>
        </p:txBody>
      </p:sp>
      <p:sp>
        <p:nvSpPr>
          <p:cNvPr id="17411" name="Google Shape;117;p1"/>
          <p:cNvSpPr txBox="1">
            <a:spLocks noChangeArrowheads="1"/>
          </p:cNvSpPr>
          <p:nvPr/>
        </p:nvSpPr>
        <p:spPr bwMode="auto">
          <a:xfrm>
            <a:off x="1866900" y="314325"/>
            <a:ext cx="8229600" cy="1143000"/>
          </a:xfrm>
          <a:prstGeom prst="rect">
            <a:avLst/>
          </a:prstGeom>
          <a:noFill/>
          <a:ln w="9525">
            <a:noFill/>
            <a:miter lim="800000"/>
            <a:headEnd/>
            <a:tailEnd/>
          </a:ln>
        </p:spPr>
        <p:txBody>
          <a:bodyPr lIns="91425" tIns="45700" rIns="91425" bIns="45700" anchor="ctr"/>
          <a:lstStyle/>
          <a:p>
            <a:pPr algn="ctr"/>
            <a:r>
              <a:rPr lang="en-US" sz="2000" b="1">
                <a:solidFill>
                  <a:srgbClr val="000000"/>
                </a:solidFill>
                <a:latin typeface="Calibri" pitchFamily="34" charset="0"/>
                <a:ea typeface="Calibri" pitchFamily="34" charset="0"/>
                <a:cs typeface="Calibri" pitchFamily="34" charset="0"/>
                <a:sym typeface="Calibri" pitchFamily="34" charset="0"/>
              </a:rPr>
              <a:t>M.S. Ramaiah Institute of Technology</a:t>
            </a:r>
            <a:endParaRPr lang="en-US" sz="2000">
              <a:solidFill>
                <a:srgbClr val="000000"/>
              </a:solidFill>
              <a:latin typeface="Calibri" pitchFamily="34" charset="0"/>
              <a:ea typeface="Calibri" pitchFamily="34" charset="0"/>
              <a:cs typeface="Calibri" pitchFamily="34" charset="0"/>
              <a:sym typeface="Calibri" pitchFamily="34" charset="0"/>
            </a:endParaRPr>
          </a:p>
          <a:p>
            <a:pPr algn="ctr"/>
            <a:r>
              <a:rPr lang="en-US" sz="2000" b="1">
                <a:solidFill>
                  <a:srgbClr val="000000"/>
                </a:solidFill>
                <a:latin typeface="Calibri" pitchFamily="34" charset="0"/>
                <a:ea typeface="Calibri" pitchFamily="34" charset="0"/>
                <a:cs typeface="Calibri" pitchFamily="34" charset="0"/>
                <a:sym typeface="Calibri" pitchFamily="34" charset="0"/>
              </a:rPr>
              <a:t>(Autonomous Institute, Affiliated to VTU)</a:t>
            </a:r>
            <a:endParaRPr lang="en-US" sz="2000">
              <a:solidFill>
                <a:srgbClr val="000000"/>
              </a:solidFill>
              <a:latin typeface="Calibri" pitchFamily="34" charset="0"/>
              <a:ea typeface="Calibri" pitchFamily="34" charset="0"/>
              <a:cs typeface="Calibri" pitchFamily="34" charset="0"/>
              <a:sym typeface="Calibri" pitchFamily="34" charset="0"/>
            </a:endParaRPr>
          </a:p>
          <a:p>
            <a:pPr algn="ctr"/>
            <a:r>
              <a:rPr lang="en-US" sz="2000" b="1">
                <a:solidFill>
                  <a:srgbClr val="000000"/>
                </a:solidFill>
                <a:latin typeface="Calibri" pitchFamily="34" charset="0"/>
                <a:ea typeface="Calibri" pitchFamily="34" charset="0"/>
                <a:cs typeface="Calibri" pitchFamily="34" charset="0"/>
                <a:sym typeface="Calibri" pitchFamily="34" charset="0"/>
              </a:rPr>
              <a:t>Department of Computer Science and Engineering</a:t>
            </a:r>
            <a:endParaRPr lang="en-US" sz="2000">
              <a:solidFill>
                <a:srgbClr val="000000"/>
              </a:solidFill>
              <a:latin typeface="Calibri" pitchFamily="34" charset="0"/>
              <a:ea typeface="Calibri" pitchFamily="34" charset="0"/>
              <a:cs typeface="Calibri" pitchFamily="34" charset="0"/>
              <a:sym typeface="Calibri" pitchFamily="34" charset="0"/>
            </a:endParaRPr>
          </a:p>
        </p:txBody>
      </p:sp>
      <p:sp>
        <p:nvSpPr>
          <p:cNvPr id="17415" name="Google Shape;111;p1"/>
          <p:cNvSpPr txBox="1">
            <a:spLocks noChangeArrowheads="1"/>
          </p:cNvSpPr>
          <p:nvPr/>
        </p:nvSpPr>
        <p:spPr bwMode="auto">
          <a:xfrm>
            <a:off x="8572986" y="4559194"/>
            <a:ext cx="2947501" cy="1477287"/>
          </a:xfrm>
          <a:prstGeom prst="rect">
            <a:avLst/>
          </a:prstGeom>
          <a:noFill/>
          <a:ln w="9525">
            <a:noFill/>
            <a:miter lim="800000"/>
            <a:headEnd/>
            <a:tailEnd/>
          </a:ln>
        </p:spPr>
        <p:txBody>
          <a:bodyPr wrap="square" lIns="91425" tIns="45700" rIns="91425" bIns="45700">
            <a:spAutoFit/>
          </a:bodyPr>
          <a:lstStyle/>
          <a:p>
            <a:pPr algn="ctr">
              <a:buClr>
                <a:srgbClr val="000000"/>
              </a:buClr>
              <a:buSzPts val="1800"/>
              <a:buFont typeface="Arial" pitchFamily="34" charset="0"/>
              <a:buNone/>
            </a:pPr>
            <a:r>
              <a:rPr lang="en-US" b="1" dirty="0">
                <a:solidFill>
                  <a:srgbClr val="000000"/>
                </a:solidFill>
                <a:latin typeface="Calibri" pitchFamily="34" charset="0"/>
                <a:ea typeface="Calibri" pitchFamily="34" charset="0"/>
                <a:cs typeface="Calibri" pitchFamily="34" charset="0"/>
                <a:sym typeface="Calibri" pitchFamily="34" charset="0"/>
              </a:rPr>
              <a:t>By:</a:t>
            </a:r>
          </a:p>
          <a:p>
            <a:pPr lvl="0">
              <a:buClr>
                <a:srgbClr val="000000"/>
              </a:buClr>
              <a:buSzPts val="1800"/>
            </a:pPr>
            <a:r>
              <a:rPr lang="en-US" altLang="en-US" dirty="0">
                <a:latin typeface="Times New Roman" panose="02020603050405020304" pitchFamily="18" charset="0"/>
                <a:cs typeface="Times New Roman" panose="02020603050405020304" pitchFamily="18" charset="0"/>
              </a:rPr>
              <a:t>ARJUN (1MS22CS033)</a:t>
            </a:r>
            <a:endParaRPr lang="en-US" b="1" dirty="0">
              <a:solidFill>
                <a:srgbClr val="000000"/>
              </a:solidFill>
              <a:latin typeface="Calibri" pitchFamily="34" charset="0"/>
              <a:ea typeface="Calibri" pitchFamily="34" charset="0"/>
              <a:cs typeface="Calibri" pitchFamily="34" charset="0"/>
              <a:sym typeface="Calibri" pitchFamily="34" charset="0"/>
            </a:endParaRPr>
          </a:p>
          <a:p>
            <a:pPr lvl="0" algn="just" defTabSz="914400" eaLnBrk="0" fontAlgn="base" hangingPunct="0">
              <a:spcBef>
                <a:spcPct val="0"/>
              </a:spcBef>
              <a:spcAft>
                <a:spcPct val="0"/>
              </a:spcAft>
            </a:pPr>
            <a:r>
              <a:rPr lang="en-US" altLang="en-US" dirty="0">
                <a:latin typeface="Times New Roman" panose="02020603050405020304" pitchFamily="18" charset="0"/>
                <a:cs typeface="Times New Roman" panose="02020603050405020304" pitchFamily="18" charset="0"/>
              </a:rPr>
              <a:t>BASAVARAJ(1MS22CS041)</a:t>
            </a:r>
          </a:p>
          <a:p>
            <a:pPr lvl="0" algn="just" defTabSz="914400" eaLnBrk="0" fontAlgn="base" hangingPunct="0">
              <a:spcBef>
                <a:spcPct val="0"/>
              </a:spcBef>
              <a:spcAft>
                <a:spcPct val="0"/>
              </a:spcAft>
            </a:pPr>
            <a:endParaRPr lang="en-US" altLang="en-US" dirty="0">
              <a:latin typeface="Times New Roman" panose="02020603050405020304" pitchFamily="18" charset="0"/>
              <a:cs typeface="Times New Roman" panose="02020603050405020304" pitchFamily="18" charset="0"/>
            </a:endParaRPr>
          </a:p>
          <a:p>
            <a:pPr>
              <a:buClr>
                <a:srgbClr val="000000"/>
              </a:buClr>
              <a:buSzPts val="1800"/>
              <a:buFont typeface="Arial" pitchFamily="34" charset="0"/>
              <a:buNone/>
            </a:pPr>
            <a:endParaRPr lang="en-US" b="1" dirty="0">
              <a:solidFill>
                <a:srgbClr val="000000"/>
              </a:solidFill>
              <a:latin typeface="Calibri" pitchFamily="34" charset="0"/>
              <a:ea typeface="Calibri" pitchFamily="34" charset="0"/>
              <a:cs typeface="Calibri" pitchFamily="34" charset="0"/>
              <a:sym typeface="Calibri" pitchFamily="34" charset="0"/>
            </a:endParaRPr>
          </a:p>
        </p:txBody>
      </p:sp>
      <p:sp>
        <p:nvSpPr>
          <p:cNvPr id="3" name="Google Shape;111;p1">
            <a:extLst>
              <a:ext uri="{FF2B5EF4-FFF2-40B4-BE49-F238E27FC236}">
                <a16:creationId xmlns:a16="http://schemas.microsoft.com/office/drawing/2014/main" id="{168D5B78-D7F5-E3A9-46BE-01F67EE5537C}"/>
              </a:ext>
            </a:extLst>
          </p:cNvPr>
          <p:cNvSpPr txBox="1">
            <a:spLocks noChangeArrowheads="1"/>
          </p:cNvSpPr>
          <p:nvPr/>
        </p:nvSpPr>
        <p:spPr bwMode="auto">
          <a:xfrm>
            <a:off x="774252" y="4559194"/>
            <a:ext cx="4600575" cy="2031285"/>
          </a:xfrm>
          <a:prstGeom prst="rect">
            <a:avLst/>
          </a:prstGeom>
          <a:noFill/>
          <a:ln w="9525">
            <a:noFill/>
            <a:miter lim="800000"/>
            <a:headEnd/>
            <a:tailEnd/>
          </a:ln>
        </p:spPr>
        <p:txBody>
          <a:bodyPr lIns="91425" tIns="45700" rIns="91425" bIns="45700">
            <a:spAutoFit/>
          </a:bodyPr>
          <a:lstStyle/>
          <a:p>
            <a:pPr algn="ctr">
              <a:buClr>
                <a:srgbClr val="000000"/>
              </a:buClr>
              <a:buSzPts val="1800"/>
              <a:buFont typeface="Arial" pitchFamily="34" charset="0"/>
              <a:buNone/>
            </a:pPr>
            <a:r>
              <a:rPr lang="en-US" b="1" dirty="0">
                <a:solidFill>
                  <a:srgbClr val="000000"/>
                </a:solidFill>
                <a:latin typeface="Calibri" pitchFamily="34" charset="0"/>
                <a:ea typeface="Calibri" pitchFamily="34" charset="0"/>
                <a:cs typeface="Calibri" pitchFamily="34" charset="0"/>
                <a:sym typeface="Calibri" pitchFamily="34" charset="0"/>
              </a:rPr>
              <a:t>Under the guidance of</a:t>
            </a:r>
          </a:p>
          <a:p>
            <a:pPr algn="ctr">
              <a:buClr>
                <a:srgbClr val="000000"/>
              </a:buClr>
              <a:buSzPts val="1800"/>
              <a:buFont typeface="Arial" pitchFamily="34" charset="0"/>
              <a:buNone/>
            </a:pPr>
            <a:r>
              <a:rPr lang="en-IN" dirty="0" err="1"/>
              <a:t>Dr.</a:t>
            </a:r>
            <a:r>
              <a:rPr lang="en-IN" dirty="0"/>
              <a:t> </a:t>
            </a:r>
            <a:r>
              <a:rPr lang="en-IN" dirty="0" err="1"/>
              <a:t>Geetha</a:t>
            </a:r>
            <a:r>
              <a:rPr lang="en-IN" dirty="0"/>
              <a:t> J</a:t>
            </a:r>
          </a:p>
          <a:p>
            <a:pPr algn="ctr">
              <a:buClr>
                <a:srgbClr val="000000"/>
              </a:buClr>
              <a:buSzPts val="1800"/>
            </a:pPr>
            <a:r>
              <a:rPr lang="en-US" dirty="0">
                <a:latin typeface="Times New Roman" panose="02020603050405020304" pitchFamily="18" charset="0"/>
                <a:cs typeface="Times New Roman" panose="02020603050405020304" pitchFamily="18" charset="0"/>
              </a:rPr>
              <a:t>Associate Professor,</a:t>
            </a:r>
          </a:p>
          <a:p>
            <a:pPr algn="ctr">
              <a:buClr>
                <a:srgbClr val="000000"/>
              </a:buClr>
              <a:buSzPts val="1800"/>
            </a:pPr>
            <a:r>
              <a:rPr lang="en-US" dirty="0">
                <a:latin typeface="Times New Roman" panose="02020603050405020304" pitchFamily="18" charset="0"/>
                <a:cs typeface="Times New Roman" panose="02020603050405020304" pitchFamily="18" charset="0"/>
              </a:rPr>
              <a:t>Dept. of CSE,MSRIT</a:t>
            </a:r>
          </a:p>
          <a:p>
            <a:pPr>
              <a:buClr>
                <a:srgbClr val="000000"/>
              </a:buClr>
              <a:buSzPts val="1800"/>
              <a:buFont typeface="Arial" pitchFamily="34" charset="0"/>
              <a:buNone/>
            </a:pPr>
            <a:endParaRPr lang="en-IN" dirty="0"/>
          </a:p>
          <a:p>
            <a:pPr>
              <a:buClr>
                <a:srgbClr val="000000"/>
              </a:buClr>
              <a:buSzPts val="1800"/>
              <a:buFont typeface="Arial" pitchFamily="34" charset="0"/>
              <a:buNone/>
            </a:pPr>
            <a:endParaRPr lang="en-US" b="1" dirty="0">
              <a:latin typeface="Calibri" pitchFamily="34" charset="0"/>
              <a:ea typeface="Calibri" pitchFamily="34" charset="0"/>
              <a:cs typeface="Calibri" pitchFamily="34" charset="0"/>
              <a:sym typeface="Calibri" pitchFamily="34" charset="0"/>
            </a:endParaRPr>
          </a:p>
          <a:p>
            <a:pPr>
              <a:buClr>
                <a:srgbClr val="000000"/>
              </a:buClr>
              <a:buSzPts val="1800"/>
              <a:buFont typeface="Arial" pitchFamily="34" charset="0"/>
              <a:buNone/>
            </a:pPr>
            <a:r>
              <a:rPr lang="en-US" b="1" dirty="0">
                <a:solidFill>
                  <a:srgbClr val="000000"/>
                </a:solidFill>
                <a:latin typeface="Calibri" pitchFamily="34" charset="0"/>
                <a:ea typeface="Calibri" pitchFamily="34" charset="0"/>
                <a:cs typeface="Calibri" pitchFamily="34" charset="0"/>
                <a:sym typeface="Calibri" pitchFamily="34" charset="0"/>
              </a:rPr>
              <a:t> </a:t>
            </a:r>
          </a:p>
        </p:txBody>
      </p:sp>
      <p:sp>
        <p:nvSpPr>
          <p:cNvPr id="4" name="TextBox 3">
            <a:extLst>
              <a:ext uri="{FF2B5EF4-FFF2-40B4-BE49-F238E27FC236}">
                <a16:creationId xmlns:a16="http://schemas.microsoft.com/office/drawing/2014/main" id="{EBBCADEF-7C91-E07B-B03B-D0E5B4115590}"/>
              </a:ext>
            </a:extLst>
          </p:cNvPr>
          <p:cNvSpPr txBox="1"/>
          <p:nvPr/>
        </p:nvSpPr>
        <p:spPr>
          <a:xfrm>
            <a:off x="3340359" y="1651518"/>
            <a:ext cx="5775649" cy="830997"/>
          </a:xfrm>
          <a:prstGeom prst="rect">
            <a:avLst/>
          </a:prstGeom>
          <a:noFill/>
        </p:spPr>
        <p:txBody>
          <a:bodyPr wrap="square" rtlCol="0">
            <a:spAutoFit/>
          </a:bodyPr>
          <a:lstStyle/>
          <a:p>
            <a:pPr algn="ctr"/>
            <a:r>
              <a:rPr lang="en-US" sz="2400" b="1" dirty="0"/>
              <a:t>Course Name: </a:t>
            </a:r>
            <a:r>
              <a:rPr lang="en-US" sz="2400" b="1" dirty="0" err="1"/>
              <a:t>Microservices</a:t>
            </a:r>
            <a:br>
              <a:rPr lang="en-US" sz="2400" b="1" dirty="0"/>
            </a:br>
            <a:r>
              <a:rPr lang="en-US" sz="2400" b="1" dirty="0"/>
              <a:t>Course Code:CSL74</a:t>
            </a:r>
            <a:endParaRPr lang="en-IN" sz="2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1168924" y="501207"/>
            <a:ext cx="9986438" cy="1233325"/>
          </a:xfrm>
        </p:spPr>
        <p:txBody>
          <a:bodyPr/>
          <a:lstStyle/>
          <a:p>
            <a:r>
              <a:rPr lang="en-IN" b="1" dirty="0">
                <a:latin typeface="Times New Roman" panose="02020603050405020304" pitchFamily="18" charset="0"/>
                <a:cs typeface="Times New Roman" panose="02020603050405020304" pitchFamily="18" charset="0"/>
              </a:rPr>
              <a:t>Agenda</a:t>
            </a:r>
            <a:endParaRPr lang="en-US" dirty="0"/>
          </a:p>
        </p:txBody>
      </p:sp>
      <p:sp>
        <p:nvSpPr>
          <p:cNvPr id="2" name="Footer Placeholder 1">
            <a:extLst>
              <a:ext uri="{FF2B5EF4-FFF2-40B4-BE49-F238E27FC236}">
                <a16:creationId xmlns:a16="http://schemas.microsoft.com/office/drawing/2014/main" id="{17E15C79-7E73-EF86-FE89-EDA1BF778ED6}"/>
              </a:ext>
            </a:extLst>
          </p:cNvPr>
          <p:cNvSpPr>
            <a:spLocks noGrp="1"/>
          </p:cNvSpPr>
          <p:nvPr>
            <p:ph type="ftr" sz="quarter" idx="11"/>
          </p:nvPr>
        </p:nvSpPr>
        <p:spPr/>
        <p:txBody>
          <a:bodyPr/>
          <a:lstStyle/>
          <a:p>
            <a:r>
              <a:rPr lang="en-US"/>
              <a:t>Department of Computer Science and Engineering</a:t>
            </a:r>
            <a:endParaRPr lang="en-IN"/>
          </a:p>
        </p:txBody>
      </p:sp>
      <p:sp>
        <p:nvSpPr>
          <p:cNvPr id="3" name="Slide Number Placeholder 2">
            <a:extLst>
              <a:ext uri="{FF2B5EF4-FFF2-40B4-BE49-F238E27FC236}">
                <a16:creationId xmlns:a16="http://schemas.microsoft.com/office/drawing/2014/main" id="{6A5BAF91-0B42-74A2-7498-F04FE1CB0D44}"/>
              </a:ext>
            </a:extLst>
          </p:cNvPr>
          <p:cNvSpPr>
            <a:spLocks noGrp="1"/>
          </p:cNvSpPr>
          <p:nvPr>
            <p:ph type="sldNum" sz="quarter" idx="12"/>
          </p:nvPr>
        </p:nvSpPr>
        <p:spPr/>
        <p:txBody>
          <a:bodyPr/>
          <a:lstStyle/>
          <a:p>
            <a:fld id="{1245FD78-8DE1-44B0-BD44-E067D054697C}" type="slidenum">
              <a:rPr lang="en-IN" smtClean="0"/>
              <a:pPr/>
              <a:t>2</a:t>
            </a:fld>
            <a:endParaRPr lang="en-IN"/>
          </a:p>
        </p:txBody>
      </p:sp>
      <p:graphicFrame>
        <p:nvGraphicFramePr>
          <p:cNvPr id="9" name="Table 8">
            <a:extLst>
              <a:ext uri="{FF2B5EF4-FFF2-40B4-BE49-F238E27FC236}">
                <a16:creationId xmlns:a16="http://schemas.microsoft.com/office/drawing/2014/main" id="{E7470C9D-8F69-9D34-B3D3-8C907FDC60E2}"/>
              </a:ext>
            </a:extLst>
          </p:cNvPr>
          <p:cNvGraphicFramePr>
            <a:graphicFrameLocks noGrp="1"/>
          </p:cNvGraphicFramePr>
          <p:nvPr>
            <p:extLst>
              <p:ext uri="{D42A27DB-BD31-4B8C-83A1-F6EECF244321}">
                <p14:modId xmlns:p14="http://schemas.microsoft.com/office/powerpoint/2010/main" val="3152045154"/>
              </p:ext>
            </p:extLst>
          </p:nvPr>
        </p:nvGraphicFramePr>
        <p:xfrm>
          <a:off x="716437" y="1885360"/>
          <a:ext cx="10982227" cy="7354640"/>
        </p:xfrm>
        <a:graphic>
          <a:graphicData uri="http://schemas.openxmlformats.org/drawingml/2006/table">
            <a:tbl>
              <a:tblPr>
                <a:tableStyleId>{2D5ABB26-0587-4C30-8999-92F81FD0307C}</a:tableStyleId>
              </a:tblPr>
              <a:tblGrid>
                <a:gridCol w="10982227">
                  <a:extLst>
                    <a:ext uri="{9D8B030D-6E8A-4147-A177-3AD203B41FA5}">
                      <a16:colId xmlns:a16="http://schemas.microsoft.com/office/drawing/2014/main" val="1806418072"/>
                    </a:ext>
                  </a:extLst>
                </a:gridCol>
              </a:tblGrid>
              <a:tr h="4212541">
                <a:tc>
                  <a:txBody>
                    <a:bodyPr/>
                    <a:lstStyle/>
                    <a:p>
                      <a:pPr marL="457200" indent="-457200" algn="just">
                        <a:buFont typeface="+mj-lt"/>
                        <a:buAutoNum type="arabicPeriod"/>
                      </a:pPr>
                      <a:r>
                        <a:rPr lang="en-IN" sz="2400" dirty="0">
                          <a:latin typeface="Times New Roman" panose="02020603050405020304" pitchFamily="18" charset="0"/>
                          <a:cs typeface="Times New Roman" panose="02020603050405020304" pitchFamily="18" charset="0"/>
                        </a:rPr>
                        <a:t>Application Overview</a:t>
                      </a:r>
                    </a:p>
                    <a:p>
                      <a:pPr marL="457200" indent="-457200" algn="just">
                        <a:buFont typeface="+mj-lt"/>
                        <a:buAutoNum type="arabicPeriod"/>
                      </a:pPr>
                      <a:r>
                        <a:rPr lang="en-IN" sz="2400" dirty="0" err="1">
                          <a:latin typeface="Times New Roman" panose="02020603050405020304" pitchFamily="18" charset="0"/>
                          <a:cs typeface="Times New Roman" panose="02020603050405020304" pitchFamily="18" charset="0"/>
                        </a:rPr>
                        <a:t>Microservices</a:t>
                      </a:r>
                      <a:r>
                        <a:rPr lang="en-IN" sz="2400" dirty="0">
                          <a:latin typeface="Times New Roman" panose="02020603050405020304" pitchFamily="18" charset="0"/>
                          <a:cs typeface="Times New Roman" panose="02020603050405020304" pitchFamily="18" charset="0"/>
                        </a:rPr>
                        <a:t> Architecture</a:t>
                      </a:r>
                    </a:p>
                    <a:p>
                      <a:pPr marL="457200" indent="-457200" algn="just">
                        <a:buFont typeface="+mj-lt"/>
                        <a:buAutoNum type="arabicPeriod"/>
                      </a:pPr>
                      <a:r>
                        <a:rPr lang="en-IN" sz="2400" dirty="0">
                          <a:latin typeface="Times New Roman" panose="02020603050405020304" pitchFamily="18" charset="0"/>
                          <a:cs typeface="Times New Roman" panose="02020603050405020304" pitchFamily="18" charset="0"/>
                        </a:rPr>
                        <a:t>List of </a:t>
                      </a:r>
                      <a:r>
                        <a:rPr lang="en-IN" sz="2400" dirty="0" err="1">
                          <a:latin typeface="Times New Roman" panose="02020603050405020304" pitchFamily="18" charset="0"/>
                          <a:cs typeface="Times New Roman" panose="02020603050405020304" pitchFamily="18" charset="0"/>
                        </a:rPr>
                        <a:t>microservices</a:t>
                      </a:r>
                      <a:r>
                        <a:rPr lang="en-IN" sz="2400" dirty="0">
                          <a:latin typeface="Times New Roman" panose="02020603050405020304" pitchFamily="18" charset="0"/>
                          <a:cs typeface="Times New Roman" panose="02020603050405020304" pitchFamily="18" charset="0"/>
                        </a:rPr>
                        <a:t> </a:t>
                      </a:r>
                    </a:p>
                    <a:p>
                      <a:pPr marL="457200" indent="-457200" algn="just">
                        <a:buFont typeface="+mj-lt"/>
                        <a:buAutoNum type="arabicPeriod"/>
                      </a:pPr>
                      <a:r>
                        <a:rPr lang="en-IN" sz="2400" dirty="0">
                          <a:latin typeface="Times New Roman" panose="02020603050405020304" pitchFamily="18" charset="0"/>
                          <a:cs typeface="Times New Roman" panose="02020603050405020304" pitchFamily="18" charset="0"/>
                        </a:rPr>
                        <a:t>Communication method</a:t>
                      </a:r>
                    </a:p>
                    <a:p>
                      <a:pPr marL="457200" indent="-457200" algn="just">
                        <a:buFont typeface="+mj-lt"/>
                        <a:buAutoNum type="arabicPeriod"/>
                      </a:pPr>
                      <a:r>
                        <a:rPr lang="en-IN" sz="2400" dirty="0">
                          <a:latin typeface="Times New Roman" panose="02020603050405020304" pitchFamily="18" charset="0"/>
                          <a:cs typeface="Times New Roman" panose="02020603050405020304" pitchFamily="18" charset="0"/>
                        </a:rPr>
                        <a:t>Database per service</a:t>
                      </a:r>
                    </a:p>
                    <a:p>
                      <a:pPr marL="457200" indent="-457200" algn="just">
                        <a:buFont typeface="+mj-lt"/>
                        <a:buAutoNum type="arabicPeriod"/>
                      </a:pPr>
                      <a:r>
                        <a:rPr lang="en-IN" sz="2400" dirty="0">
                          <a:latin typeface="Times New Roman" panose="02020603050405020304" pitchFamily="18" charset="0"/>
                          <a:cs typeface="Times New Roman" panose="02020603050405020304" pitchFamily="18" charset="0"/>
                        </a:rPr>
                        <a:t>System Architecture Overview</a:t>
                      </a:r>
                    </a:p>
                    <a:p>
                      <a:pPr marL="457200" indent="-457200" algn="just">
                        <a:buFont typeface="+mj-lt"/>
                        <a:buAutoNum type="arabicPeriod"/>
                      </a:pPr>
                      <a:r>
                        <a:rPr lang="en-IN" sz="2400" dirty="0">
                          <a:latin typeface="Times New Roman" panose="02020603050405020304" pitchFamily="18" charset="0"/>
                          <a:cs typeface="Times New Roman" panose="02020603050405020304" pitchFamily="18" charset="0"/>
                        </a:rPr>
                        <a:t>High-level </a:t>
                      </a:r>
                      <a:r>
                        <a:rPr lang="en-IN" sz="2400" dirty="0" err="1">
                          <a:latin typeface="Times New Roman" panose="02020603050405020304" pitchFamily="18" charset="0"/>
                          <a:cs typeface="Times New Roman" panose="02020603050405020304" pitchFamily="18" charset="0"/>
                        </a:rPr>
                        <a:t>microservices</a:t>
                      </a:r>
                      <a:r>
                        <a:rPr lang="en-IN" sz="2400" dirty="0">
                          <a:latin typeface="Times New Roman" panose="02020603050405020304" pitchFamily="18" charset="0"/>
                          <a:cs typeface="Times New Roman" panose="02020603050405020304" pitchFamily="18" charset="0"/>
                        </a:rPr>
                        <a:t> architecture diagram</a:t>
                      </a:r>
                    </a:p>
                    <a:p>
                      <a:pPr marL="457200" indent="-457200" algn="just">
                        <a:buFont typeface="+mj-lt"/>
                        <a:buAutoNum type="arabicPeriod"/>
                      </a:pPr>
                      <a:r>
                        <a:rPr lang="en-IN" sz="2400" dirty="0">
                          <a:latin typeface="Times New Roman" panose="02020603050405020304" pitchFamily="18" charset="0"/>
                          <a:cs typeface="Times New Roman" panose="02020603050405020304" pitchFamily="18" charset="0"/>
                        </a:rPr>
                        <a:t>Interaction between services</a:t>
                      </a:r>
                    </a:p>
                    <a:p>
                      <a:pPr marL="457200" indent="-457200" algn="just">
                        <a:buFont typeface="+mj-lt"/>
                        <a:buAutoNum type="arabicPeriod"/>
                      </a:pPr>
                      <a:r>
                        <a:rPr lang="en-IN" sz="2400" dirty="0">
                          <a:latin typeface="Times New Roman" panose="02020603050405020304" pitchFamily="18" charset="0"/>
                          <a:cs typeface="Times New Roman" panose="02020603050405020304" pitchFamily="18" charset="0"/>
                        </a:rPr>
                        <a:t>Service Discovery &amp; Configuration </a:t>
                      </a:r>
                    </a:p>
                    <a:p>
                      <a:pPr marL="457200" indent="-457200" algn="just">
                        <a:buFont typeface="+mj-lt"/>
                        <a:buAutoNum type="arabicPeriod"/>
                      </a:pPr>
                      <a:r>
                        <a:rPr lang="en-IN" sz="2400" dirty="0">
                          <a:latin typeface="Times New Roman" panose="02020603050405020304" pitchFamily="18" charset="0"/>
                          <a:cs typeface="Times New Roman" panose="02020603050405020304" pitchFamily="18" charset="0"/>
                        </a:rPr>
                        <a:t>API Gateway</a:t>
                      </a:r>
                    </a:p>
                    <a:p>
                      <a:pPr marL="457200" indent="-457200" algn="just">
                        <a:buFont typeface="+mj-lt"/>
                        <a:buAutoNum type="arabicPeriod"/>
                      </a:pPr>
                      <a:r>
                        <a:rPr lang="en-IN" sz="2400" dirty="0">
                          <a:latin typeface="Times New Roman" panose="02020603050405020304" pitchFamily="18" charset="0"/>
                          <a:cs typeface="Times New Roman" panose="02020603050405020304" pitchFamily="18" charset="0"/>
                        </a:rPr>
                        <a:t>Design challenges</a:t>
                      </a:r>
                    </a:p>
                    <a:p>
                      <a:pPr marL="457200" indent="-457200" algn="just">
                        <a:buFont typeface="+mj-lt"/>
                        <a:buAutoNum type="arabicPeriod"/>
                      </a:pPr>
                      <a:r>
                        <a:rPr lang="en-IN" sz="2400" dirty="0">
                          <a:latin typeface="Times New Roman" panose="02020603050405020304" pitchFamily="18" charset="0"/>
                          <a:cs typeface="Times New Roman" panose="02020603050405020304" pitchFamily="18" charset="0"/>
                        </a:rPr>
                        <a:t>Deployment and monitoring challenges</a:t>
                      </a:r>
                    </a:p>
                  </a:txBody>
                  <a:tcPr marL="49663" marR="49663" marT="24832" marB="24832" anchor="ctr"/>
                </a:tc>
                <a:extLst>
                  <a:ext uri="{0D108BD9-81ED-4DB2-BD59-A6C34878D82A}">
                    <a16:rowId xmlns:a16="http://schemas.microsoft.com/office/drawing/2014/main" val="2857539560"/>
                  </a:ext>
                </a:extLst>
              </a:tr>
              <a:tr h="212281">
                <a:tc>
                  <a:txBody>
                    <a:bodyPr/>
                    <a:lstStyle/>
                    <a:p>
                      <a:pPr marL="342900" indent="-342900" algn="just">
                        <a:buFont typeface="+mj-lt"/>
                        <a:buAutoNum type="arabicPeriod"/>
                      </a:pPr>
                      <a:endParaRPr lang="en-IN" dirty="0"/>
                    </a:p>
                  </a:txBody>
                  <a:tcPr marL="49663" marR="49663" marT="24832" marB="24832" anchor="ctr"/>
                </a:tc>
                <a:extLst>
                  <a:ext uri="{0D108BD9-81ED-4DB2-BD59-A6C34878D82A}">
                    <a16:rowId xmlns:a16="http://schemas.microsoft.com/office/drawing/2014/main" val="2866389425"/>
                  </a:ext>
                </a:extLst>
              </a:tr>
              <a:tr h="212281">
                <a:tc>
                  <a:txBody>
                    <a:bodyPr/>
                    <a:lstStyle/>
                    <a:p>
                      <a:pPr marL="342900" indent="-342900" algn="just">
                        <a:buFont typeface="+mj-lt"/>
                        <a:buAutoNum type="arabicPeriod"/>
                      </a:pPr>
                      <a:endParaRPr lang="en-IN"/>
                    </a:p>
                  </a:txBody>
                  <a:tcPr marL="49663" marR="49663" marT="24832" marB="24832" anchor="ctr"/>
                </a:tc>
                <a:extLst>
                  <a:ext uri="{0D108BD9-81ED-4DB2-BD59-A6C34878D82A}">
                    <a16:rowId xmlns:a16="http://schemas.microsoft.com/office/drawing/2014/main" val="1969471664"/>
                  </a:ext>
                </a:extLst>
              </a:tr>
              <a:tr h="212281">
                <a:tc>
                  <a:txBody>
                    <a:bodyPr/>
                    <a:lstStyle/>
                    <a:p>
                      <a:pPr marL="342900" indent="-342900" algn="just">
                        <a:buFont typeface="+mj-lt"/>
                        <a:buAutoNum type="arabicPeriod"/>
                      </a:pPr>
                      <a:endParaRPr lang="en-IN" dirty="0"/>
                    </a:p>
                  </a:txBody>
                  <a:tcPr marL="49663" marR="49663" marT="24832" marB="24832" anchor="ctr"/>
                </a:tc>
                <a:extLst>
                  <a:ext uri="{0D108BD9-81ED-4DB2-BD59-A6C34878D82A}">
                    <a16:rowId xmlns:a16="http://schemas.microsoft.com/office/drawing/2014/main" val="2892552117"/>
                  </a:ext>
                </a:extLst>
              </a:tr>
              <a:tr h="212281">
                <a:tc>
                  <a:txBody>
                    <a:bodyPr/>
                    <a:lstStyle/>
                    <a:p>
                      <a:pPr marL="342900" indent="-342900" algn="just">
                        <a:buFont typeface="+mj-lt"/>
                        <a:buAutoNum type="arabicPeriod"/>
                      </a:pPr>
                      <a:endParaRPr lang="en-IN" dirty="0"/>
                    </a:p>
                  </a:txBody>
                  <a:tcPr marL="49663" marR="49663" marT="24832" marB="24832" anchor="ctr"/>
                </a:tc>
                <a:extLst>
                  <a:ext uri="{0D108BD9-81ED-4DB2-BD59-A6C34878D82A}">
                    <a16:rowId xmlns:a16="http://schemas.microsoft.com/office/drawing/2014/main" val="2933313263"/>
                  </a:ext>
                </a:extLst>
              </a:tr>
              <a:tr h="212281">
                <a:tc>
                  <a:txBody>
                    <a:bodyPr/>
                    <a:lstStyle/>
                    <a:p>
                      <a:pPr marL="342900" indent="-342900" algn="just">
                        <a:buFont typeface="+mj-lt"/>
                        <a:buAutoNum type="arabicPeriod"/>
                      </a:pPr>
                      <a:endParaRPr lang="en-IN"/>
                    </a:p>
                  </a:txBody>
                  <a:tcPr marL="49663" marR="49663" marT="24832" marB="24832" anchor="ctr"/>
                </a:tc>
                <a:extLst>
                  <a:ext uri="{0D108BD9-81ED-4DB2-BD59-A6C34878D82A}">
                    <a16:rowId xmlns:a16="http://schemas.microsoft.com/office/drawing/2014/main" val="504806646"/>
                  </a:ext>
                </a:extLst>
              </a:tr>
              <a:tr h="212281">
                <a:tc>
                  <a:txBody>
                    <a:bodyPr/>
                    <a:lstStyle/>
                    <a:p>
                      <a:pPr marL="342900" indent="-342900" algn="just">
                        <a:buFont typeface="+mj-lt"/>
                        <a:buAutoNum type="arabicPeriod"/>
                      </a:pPr>
                      <a:endParaRPr lang="en-IN"/>
                    </a:p>
                  </a:txBody>
                  <a:tcPr marL="49663" marR="49663" marT="24832" marB="24832" anchor="ctr"/>
                </a:tc>
                <a:extLst>
                  <a:ext uri="{0D108BD9-81ED-4DB2-BD59-A6C34878D82A}">
                    <a16:rowId xmlns:a16="http://schemas.microsoft.com/office/drawing/2014/main" val="1610038788"/>
                  </a:ext>
                </a:extLst>
              </a:tr>
              <a:tr h="212281">
                <a:tc>
                  <a:txBody>
                    <a:bodyPr/>
                    <a:lstStyle/>
                    <a:p>
                      <a:pPr marL="342900" indent="-342900" algn="just">
                        <a:buFont typeface="+mj-lt"/>
                        <a:buAutoNum type="arabicPeriod"/>
                      </a:pPr>
                      <a:endParaRPr lang="en-IN" dirty="0"/>
                    </a:p>
                  </a:txBody>
                  <a:tcPr marL="49663" marR="49663" marT="24832" marB="24832" anchor="ctr"/>
                </a:tc>
                <a:extLst>
                  <a:ext uri="{0D108BD9-81ED-4DB2-BD59-A6C34878D82A}">
                    <a16:rowId xmlns:a16="http://schemas.microsoft.com/office/drawing/2014/main" val="1220207854"/>
                  </a:ext>
                </a:extLst>
              </a:tr>
              <a:tr h="212281">
                <a:tc>
                  <a:txBody>
                    <a:bodyPr/>
                    <a:lstStyle/>
                    <a:p>
                      <a:pPr marL="342900" indent="-342900" algn="just">
                        <a:buFont typeface="+mj-lt"/>
                        <a:buAutoNum type="arabicPeriod"/>
                      </a:pPr>
                      <a:endParaRPr lang="en-IN"/>
                    </a:p>
                  </a:txBody>
                  <a:tcPr marL="49663" marR="49663" marT="24832" marB="24832" anchor="ctr"/>
                </a:tc>
                <a:extLst>
                  <a:ext uri="{0D108BD9-81ED-4DB2-BD59-A6C34878D82A}">
                    <a16:rowId xmlns:a16="http://schemas.microsoft.com/office/drawing/2014/main" val="2551257152"/>
                  </a:ext>
                </a:extLst>
              </a:tr>
              <a:tr h="212281">
                <a:tc>
                  <a:txBody>
                    <a:bodyPr/>
                    <a:lstStyle/>
                    <a:p>
                      <a:pPr marL="342900" indent="-342900" algn="just">
                        <a:buFont typeface="+mj-lt"/>
                        <a:buAutoNum type="arabicPeriod"/>
                      </a:pPr>
                      <a:endParaRPr lang="en-IN" dirty="0"/>
                    </a:p>
                  </a:txBody>
                  <a:tcPr marL="49663" marR="49663" marT="24832" marB="24832" anchor="ctr"/>
                </a:tc>
                <a:extLst>
                  <a:ext uri="{0D108BD9-81ED-4DB2-BD59-A6C34878D82A}">
                    <a16:rowId xmlns:a16="http://schemas.microsoft.com/office/drawing/2014/main" val="3579439351"/>
                  </a:ext>
                </a:extLst>
              </a:tr>
            </a:tbl>
          </a:graphicData>
        </a:graphic>
      </p:graphicFrame>
    </p:spTree>
    <p:extLst>
      <p:ext uri="{BB962C8B-B14F-4D97-AF65-F5344CB8AC3E}">
        <p14:creationId xmlns:p14="http://schemas.microsoft.com/office/powerpoint/2010/main" val="19487228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B0ED5D-5648-15C9-D018-71D79462A17F}"/>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Application Overview</a:t>
            </a:r>
          </a:p>
        </p:txBody>
      </p:sp>
      <p:sp>
        <p:nvSpPr>
          <p:cNvPr id="3" name="Content Placeholder 2">
            <a:extLst>
              <a:ext uri="{FF2B5EF4-FFF2-40B4-BE49-F238E27FC236}">
                <a16:creationId xmlns:a16="http://schemas.microsoft.com/office/drawing/2014/main" id="{CB7B75C0-8000-CF87-82AE-1DCB0DE92B57}"/>
              </a:ext>
            </a:extLst>
          </p:cNvPr>
          <p:cNvSpPr>
            <a:spLocks noGrp="1"/>
          </p:cNvSpPr>
          <p:nvPr>
            <p:ph idx="1"/>
          </p:nvPr>
        </p:nvSpPr>
        <p:spPr/>
        <p:txBody>
          <a:bodyPr>
            <a:normAutofit lnSpcReduction="10000"/>
          </a:bodyPr>
          <a:lstStyle/>
          <a:p>
            <a:r>
              <a:rPr lang="en-US" b="1" dirty="0"/>
              <a:t>Application Name:</a:t>
            </a:r>
            <a:br>
              <a:rPr lang="en-US" dirty="0"/>
            </a:br>
            <a:r>
              <a:rPr lang="en-US" dirty="0"/>
              <a:t>Bank Management System (Banking Simulator)</a:t>
            </a:r>
          </a:p>
          <a:p>
            <a:endParaRPr lang="en-US" dirty="0"/>
          </a:p>
          <a:p>
            <a:r>
              <a:rPr lang="en-US" b="1" dirty="0"/>
              <a:t>Problem Statement:</a:t>
            </a:r>
            <a:br>
              <a:rPr lang="en-US" dirty="0"/>
            </a:br>
            <a:r>
              <a:rPr lang="en-US" dirty="0"/>
              <a:t>Traditional monolithic banking systems are difficult to scale and deploy without downtime.</a:t>
            </a:r>
          </a:p>
          <a:p>
            <a:endParaRPr lang="en-US" dirty="0"/>
          </a:p>
          <a:p>
            <a:r>
              <a:rPr lang="en-US" b="1" dirty="0"/>
              <a:t>Why Microservices?</a:t>
            </a:r>
            <a:endParaRPr lang="en-US" dirty="0"/>
          </a:p>
          <a:p>
            <a:r>
              <a:rPr lang="en-US" b="1" dirty="0"/>
              <a:t>Scalability:</a:t>
            </a:r>
            <a:r>
              <a:rPr lang="en-US" dirty="0"/>
              <a:t> Scale high-traffic services like transactions independently</a:t>
            </a:r>
          </a:p>
          <a:p>
            <a:r>
              <a:rPr lang="en-US" b="1" dirty="0"/>
              <a:t>Independent Deployment:</a:t>
            </a:r>
            <a:r>
              <a:rPr lang="en-US" dirty="0"/>
              <a:t> Update one service without redeploying the entire system</a:t>
            </a:r>
          </a:p>
          <a:p>
            <a:r>
              <a:rPr lang="en-US" b="1" dirty="0"/>
              <a:t>Fault Isolation:</a:t>
            </a:r>
            <a:r>
              <a:rPr lang="en-US" dirty="0"/>
              <a:t> Failure in one service doesn’t crash the whole system</a:t>
            </a:r>
          </a:p>
          <a:p>
            <a:endParaRPr lang="en-IN" dirty="0"/>
          </a:p>
        </p:txBody>
      </p:sp>
      <p:sp>
        <p:nvSpPr>
          <p:cNvPr id="4" name="Footer Placeholder 3">
            <a:extLst>
              <a:ext uri="{FF2B5EF4-FFF2-40B4-BE49-F238E27FC236}">
                <a16:creationId xmlns:a16="http://schemas.microsoft.com/office/drawing/2014/main" id="{F96B6D88-8DCE-90A5-A873-558F2CEC16F1}"/>
              </a:ext>
            </a:extLst>
          </p:cNvPr>
          <p:cNvSpPr>
            <a:spLocks noGrp="1"/>
          </p:cNvSpPr>
          <p:nvPr>
            <p:ph type="ftr" sz="quarter" idx="11"/>
          </p:nvPr>
        </p:nvSpPr>
        <p:spPr/>
        <p:txBody>
          <a:bodyPr/>
          <a:lstStyle/>
          <a:p>
            <a:r>
              <a:rPr lang="en-US"/>
              <a:t>Department of Computer Science and Engineering</a:t>
            </a:r>
            <a:endParaRPr lang="en-IN"/>
          </a:p>
        </p:txBody>
      </p:sp>
      <p:sp>
        <p:nvSpPr>
          <p:cNvPr id="5" name="Slide Number Placeholder 4">
            <a:extLst>
              <a:ext uri="{FF2B5EF4-FFF2-40B4-BE49-F238E27FC236}">
                <a16:creationId xmlns:a16="http://schemas.microsoft.com/office/drawing/2014/main" id="{3A7BAC21-0225-9888-C6DC-5A57183E5DCE}"/>
              </a:ext>
            </a:extLst>
          </p:cNvPr>
          <p:cNvSpPr>
            <a:spLocks noGrp="1"/>
          </p:cNvSpPr>
          <p:nvPr>
            <p:ph type="sldNum" sz="quarter" idx="12"/>
          </p:nvPr>
        </p:nvSpPr>
        <p:spPr/>
        <p:txBody>
          <a:bodyPr/>
          <a:lstStyle/>
          <a:p>
            <a:fld id="{1245FD78-8DE1-44B0-BD44-E067D054697C}" type="slidenum">
              <a:rPr lang="en-IN" smtClean="0"/>
              <a:pPr/>
              <a:t>3</a:t>
            </a:fld>
            <a:endParaRPr lang="en-IN"/>
          </a:p>
        </p:txBody>
      </p:sp>
    </p:spTree>
    <p:extLst>
      <p:ext uri="{BB962C8B-B14F-4D97-AF65-F5344CB8AC3E}">
        <p14:creationId xmlns:p14="http://schemas.microsoft.com/office/powerpoint/2010/main" val="9439133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60106F-2CFD-9EC2-B79E-E51AB9F8A2DB}"/>
              </a:ext>
            </a:extLst>
          </p:cNvPr>
          <p:cNvSpPr>
            <a:spLocks noGrp="1"/>
          </p:cNvSpPr>
          <p:nvPr>
            <p:ph type="title"/>
          </p:nvPr>
        </p:nvSpPr>
        <p:spPr/>
        <p:txBody>
          <a:bodyPr/>
          <a:lstStyle/>
          <a:p>
            <a:r>
              <a:rPr lang="en-IN" dirty="0" err="1">
                <a:latin typeface="Times New Roman" panose="02020603050405020304" pitchFamily="18" charset="0"/>
                <a:cs typeface="Times New Roman" panose="02020603050405020304" pitchFamily="18" charset="0"/>
              </a:rPr>
              <a:t>Microservices</a:t>
            </a:r>
            <a:r>
              <a:rPr lang="en-IN" dirty="0">
                <a:latin typeface="Times New Roman" panose="02020603050405020304" pitchFamily="18" charset="0"/>
                <a:cs typeface="Times New Roman" panose="02020603050405020304" pitchFamily="18" charset="0"/>
              </a:rPr>
              <a:t> Architecture</a:t>
            </a:r>
          </a:p>
        </p:txBody>
      </p:sp>
      <p:graphicFrame>
        <p:nvGraphicFramePr>
          <p:cNvPr id="6" name="Content Placeholder 5">
            <a:extLst>
              <a:ext uri="{FF2B5EF4-FFF2-40B4-BE49-F238E27FC236}">
                <a16:creationId xmlns:a16="http://schemas.microsoft.com/office/drawing/2014/main" id="{AAD63B16-5276-5CA4-7489-71CA27A760E5}"/>
              </a:ext>
            </a:extLst>
          </p:cNvPr>
          <p:cNvGraphicFramePr>
            <a:graphicFrameLocks noGrp="1"/>
          </p:cNvGraphicFramePr>
          <p:nvPr>
            <p:ph idx="1"/>
            <p:extLst>
              <p:ext uri="{D42A27DB-BD31-4B8C-83A1-F6EECF244321}">
                <p14:modId xmlns:p14="http://schemas.microsoft.com/office/powerpoint/2010/main" val="403667333"/>
              </p:ext>
            </p:extLst>
          </p:nvPr>
        </p:nvGraphicFramePr>
        <p:xfrm>
          <a:off x="1096963" y="2040673"/>
          <a:ext cx="8381574" cy="3702202"/>
        </p:xfrm>
        <a:graphic>
          <a:graphicData uri="http://schemas.openxmlformats.org/drawingml/2006/table">
            <a:tbl>
              <a:tblPr/>
              <a:tblGrid>
                <a:gridCol w="4190787">
                  <a:extLst>
                    <a:ext uri="{9D8B030D-6E8A-4147-A177-3AD203B41FA5}">
                      <a16:colId xmlns:a16="http://schemas.microsoft.com/office/drawing/2014/main" val="755979544"/>
                    </a:ext>
                  </a:extLst>
                </a:gridCol>
                <a:gridCol w="4190787">
                  <a:extLst>
                    <a:ext uri="{9D8B030D-6E8A-4147-A177-3AD203B41FA5}">
                      <a16:colId xmlns:a16="http://schemas.microsoft.com/office/drawing/2014/main" val="3004523778"/>
                    </a:ext>
                  </a:extLst>
                </a:gridCol>
              </a:tblGrid>
              <a:tr h="528886">
                <a:tc>
                  <a:txBody>
                    <a:bodyPr/>
                    <a:lstStyle/>
                    <a:p>
                      <a:pPr>
                        <a:buNone/>
                      </a:pPr>
                      <a:endParaRPr lang="en-IN" dirty="0"/>
                    </a:p>
                  </a:txBody>
                  <a:tcPr anchor="ctr">
                    <a:lnL>
                      <a:noFill/>
                    </a:lnL>
                    <a:lnR>
                      <a:noFill/>
                    </a:lnR>
                    <a:lnT>
                      <a:noFill/>
                    </a:lnT>
                    <a:lnB>
                      <a:noFill/>
                    </a:lnB>
                    <a:noFill/>
                  </a:tcPr>
                </a:tc>
                <a:tc>
                  <a:txBody>
                    <a:bodyPr/>
                    <a:lstStyle/>
                    <a:p>
                      <a:pPr>
                        <a:buNone/>
                      </a:pPr>
                      <a:endParaRPr lang="en-IN"/>
                    </a:p>
                  </a:txBody>
                  <a:tcPr anchor="ctr">
                    <a:lnL>
                      <a:noFill/>
                    </a:lnL>
                    <a:lnR>
                      <a:noFill/>
                    </a:lnR>
                    <a:lnT>
                      <a:noFill/>
                    </a:lnT>
                    <a:lnB>
                      <a:noFill/>
                    </a:lnB>
                    <a:noFill/>
                  </a:tcPr>
                </a:tc>
                <a:extLst>
                  <a:ext uri="{0D108BD9-81ED-4DB2-BD59-A6C34878D82A}">
                    <a16:rowId xmlns:a16="http://schemas.microsoft.com/office/drawing/2014/main" val="3869564762"/>
                  </a:ext>
                </a:extLst>
              </a:tr>
              <a:tr h="528886">
                <a:tc>
                  <a:txBody>
                    <a:bodyPr/>
                    <a:lstStyle/>
                    <a:p>
                      <a:pPr>
                        <a:buNone/>
                      </a:pPr>
                      <a:endParaRPr lang="en-IN"/>
                    </a:p>
                  </a:txBody>
                  <a:tcPr anchor="ctr">
                    <a:lnL>
                      <a:noFill/>
                    </a:lnL>
                    <a:lnR>
                      <a:noFill/>
                    </a:lnR>
                    <a:lnT>
                      <a:noFill/>
                    </a:lnT>
                    <a:lnB>
                      <a:noFill/>
                    </a:lnB>
                    <a:noFill/>
                  </a:tcPr>
                </a:tc>
                <a:tc>
                  <a:txBody>
                    <a:bodyPr/>
                    <a:lstStyle/>
                    <a:p>
                      <a:pPr>
                        <a:buNone/>
                      </a:pPr>
                      <a:endParaRPr lang="en-IN"/>
                    </a:p>
                  </a:txBody>
                  <a:tcPr anchor="ctr">
                    <a:lnL>
                      <a:noFill/>
                    </a:lnL>
                    <a:lnR>
                      <a:noFill/>
                    </a:lnR>
                    <a:lnT>
                      <a:noFill/>
                    </a:lnT>
                    <a:lnB>
                      <a:noFill/>
                    </a:lnB>
                    <a:noFill/>
                  </a:tcPr>
                </a:tc>
                <a:extLst>
                  <a:ext uri="{0D108BD9-81ED-4DB2-BD59-A6C34878D82A}">
                    <a16:rowId xmlns:a16="http://schemas.microsoft.com/office/drawing/2014/main" val="3653822030"/>
                  </a:ext>
                </a:extLst>
              </a:tr>
              <a:tr h="528886">
                <a:tc>
                  <a:txBody>
                    <a:bodyPr/>
                    <a:lstStyle/>
                    <a:p>
                      <a:pPr>
                        <a:buNone/>
                      </a:pPr>
                      <a:endParaRPr lang="en-IN"/>
                    </a:p>
                  </a:txBody>
                  <a:tcPr anchor="ctr">
                    <a:lnL>
                      <a:noFill/>
                    </a:lnL>
                    <a:lnR>
                      <a:noFill/>
                    </a:lnR>
                    <a:lnT>
                      <a:noFill/>
                    </a:lnT>
                    <a:lnB>
                      <a:noFill/>
                    </a:lnB>
                    <a:noFill/>
                  </a:tcPr>
                </a:tc>
                <a:tc>
                  <a:txBody>
                    <a:bodyPr/>
                    <a:lstStyle/>
                    <a:p>
                      <a:pPr>
                        <a:buNone/>
                      </a:pPr>
                      <a:endParaRPr lang="en-IN"/>
                    </a:p>
                  </a:txBody>
                  <a:tcPr anchor="ctr">
                    <a:lnL>
                      <a:noFill/>
                    </a:lnL>
                    <a:lnR>
                      <a:noFill/>
                    </a:lnR>
                    <a:lnT>
                      <a:noFill/>
                    </a:lnT>
                    <a:lnB>
                      <a:noFill/>
                    </a:lnB>
                    <a:noFill/>
                  </a:tcPr>
                </a:tc>
                <a:extLst>
                  <a:ext uri="{0D108BD9-81ED-4DB2-BD59-A6C34878D82A}">
                    <a16:rowId xmlns:a16="http://schemas.microsoft.com/office/drawing/2014/main" val="3633449447"/>
                  </a:ext>
                </a:extLst>
              </a:tr>
              <a:tr h="528886">
                <a:tc>
                  <a:txBody>
                    <a:bodyPr/>
                    <a:lstStyle/>
                    <a:p>
                      <a:pPr>
                        <a:buNone/>
                      </a:pPr>
                      <a:endParaRPr lang="en-IN"/>
                    </a:p>
                  </a:txBody>
                  <a:tcPr anchor="ctr">
                    <a:lnL>
                      <a:noFill/>
                    </a:lnL>
                    <a:lnR>
                      <a:noFill/>
                    </a:lnR>
                    <a:lnT>
                      <a:noFill/>
                    </a:lnT>
                    <a:lnB>
                      <a:noFill/>
                    </a:lnB>
                    <a:noFill/>
                  </a:tcPr>
                </a:tc>
                <a:tc>
                  <a:txBody>
                    <a:bodyPr/>
                    <a:lstStyle/>
                    <a:p>
                      <a:pPr>
                        <a:buNone/>
                      </a:pPr>
                      <a:endParaRPr lang="en-IN"/>
                    </a:p>
                  </a:txBody>
                  <a:tcPr anchor="ctr">
                    <a:lnL>
                      <a:noFill/>
                    </a:lnL>
                    <a:lnR>
                      <a:noFill/>
                    </a:lnR>
                    <a:lnT>
                      <a:noFill/>
                    </a:lnT>
                    <a:lnB>
                      <a:noFill/>
                    </a:lnB>
                    <a:noFill/>
                  </a:tcPr>
                </a:tc>
                <a:extLst>
                  <a:ext uri="{0D108BD9-81ED-4DB2-BD59-A6C34878D82A}">
                    <a16:rowId xmlns:a16="http://schemas.microsoft.com/office/drawing/2014/main" val="1325430634"/>
                  </a:ext>
                </a:extLst>
              </a:tr>
              <a:tr h="528886">
                <a:tc>
                  <a:txBody>
                    <a:bodyPr/>
                    <a:lstStyle/>
                    <a:p>
                      <a:pPr>
                        <a:buNone/>
                      </a:pPr>
                      <a:endParaRPr lang="en-IN"/>
                    </a:p>
                  </a:txBody>
                  <a:tcPr anchor="ctr">
                    <a:lnL>
                      <a:noFill/>
                    </a:lnL>
                    <a:lnR>
                      <a:noFill/>
                    </a:lnR>
                    <a:lnT>
                      <a:noFill/>
                    </a:lnT>
                    <a:lnB>
                      <a:noFill/>
                    </a:lnB>
                    <a:noFill/>
                  </a:tcPr>
                </a:tc>
                <a:tc>
                  <a:txBody>
                    <a:bodyPr/>
                    <a:lstStyle/>
                    <a:p>
                      <a:pPr>
                        <a:buNone/>
                      </a:pPr>
                      <a:endParaRPr lang="en-IN"/>
                    </a:p>
                  </a:txBody>
                  <a:tcPr anchor="ctr">
                    <a:lnL>
                      <a:noFill/>
                    </a:lnL>
                    <a:lnR>
                      <a:noFill/>
                    </a:lnR>
                    <a:lnT>
                      <a:noFill/>
                    </a:lnT>
                    <a:lnB>
                      <a:noFill/>
                    </a:lnB>
                    <a:noFill/>
                  </a:tcPr>
                </a:tc>
                <a:extLst>
                  <a:ext uri="{0D108BD9-81ED-4DB2-BD59-A6C34878D82A}">
                    <a16:rowId xmlns:a16="http://schemas.microsoft.com/office/drawing/2014/main" val="2422388753"/>
                  </a:ext>
                </a:extLst>
              </a:tr>
              <a:tr h="528886">
                <a:tc>
                  <a:txBody>
                    <a:bodyPr/>
                    <a:lstStyle/>
                    <a:p>
                      <a:pPr>
                        <a:buNone/>
                      </a:pPr>
                      <a:endParaRPr lang="en-IN"/>
                    </a:p>
                  </a:txBody>
                  <a:tcPr anchor="ctr">
                    <a:lnL>
                      <a:noFill/>
                    </a:lnL>
                    <a:lnR>
                      <a:noFill/>
                    </a:lnR>
                    <a:lnT>
                      <a:noFill/>
                    </a:lnT>
                    <a:lnB>
                      <a:noFill/>
                    </a:lnB>
                    <a:noFill/>
                  </a:tcPr>
                </a:tc>
                <a:tc>
                  <a:txBody>
                    <a:bodyPr/>
                    <a:lstStyle/>
                    <a:p>
                      <a:pPr>
                        <a:buNone/>
                      </a:pPr>
                      <a:endParaRPr lang="en-IN" dirty="0"/>
                    </a:p>
                  </a:txBody>
                  <a:tcPr anchor="ctr">
                    <a:lnL>
                      <a:noFill/>
                    </a:lnL>
                    <a:lnR>
                      <a:noFill/>
                    </a:lnR>
                    <a:lnT>
                      <a:noFill/>
                    </a:lnT>
                    <a:lnB>
                      <a:noFill/>
                    </a:lnB>
                    <a:noFill/>
                  </a:tcPr>
                </a:tc>
                <a:extLst>
                  <a:ext uri="{0D108BD9-81ED-4DB2-BD59-A6C34878D82A}">
                    <a16:rowId xmlns:a16="http://schemas.microsoft.com/office/drawing/2014/main" val="1984142618"/>
                  </a:ext>
                </a:extLst>
              </a:tr>
              <a:tr h="528886">
                <a:tc>
                  <a:txBody>
                    <a:bodyPr/>
                    <a:lstStyle/>
                    <a:p>
                      <a:pPr>
                        <a:buNone/>
                      </a:pPr>
                      <a:endParaRPr lang="en-IN"/>
                    </a:p>
                  </a:txBody>
                  <a:tcPr anchor="ctr">
                    <a:lnL>
                      <a:noFill/>
                    </a:lnL>
                    <a:lnR>
                      <a:noFill/>
                    </a:lnR>
                    <a:lnT>
                      <a:noFill/>
                    </a:lnT>
                    <a:lnB>
                      <a:noFill/>
                    </a:lnB>
                    <a:noFill/>
                  </a:tcPr>
                </a:tc>
                <a:tc>
                  <a:txBody>
                    <a:bodyPr/>
                    <a:lstStyle/>
                    <a:p>
                      <a:pPr>
                        <a:buNone/>
                      </a:pPr>
                      <a:endParaRPr lang="en-IN" dirty="0"/>
                    </a:p>
                  </a:txBody>
                  <a:tcPr anchor="ctr">
                    <a:lnL>
                      <a:noFill/>
                    </a:lnL>
                    <a:lnR>
                      <a:noFill/>
                    </a:lnR>
                    <a:lnT>
                      <a:noFill/>
                    </a:lnT>
                    <a:lnB>
                      <a:noFill/>
                    </a:lnB>
                    <a:noFill/>
                  </a:tcPr>
                </a:tc>
                <a:extLst>
                  <a:ext uri="{0D108BD9-81ED-4DB2-BD59-A6C34878D82A}">
                    <a16:rowId xmlns:a16="http://schemas.microsoft.com/office/drawing/2014/main" val="3803429788"/>
                  </a:ext>
                </a:extLst>
              </a:tr>
            </a:tbl>
          </a:graphicData>
        </a:graphic>
      </p:graphicFrame>
      <p:sp>
        <p:nvSpPr>
          <p:cNvPr id="4" name="Footer Placeholder 3">
            <a:extLst>
              <a:ext uri="{FF2B5EF4-FFF2-40B4-BE49-F238E27FC236}">
                <a16:creationId xmlns:a16="http://schemas.microsoft.com/office/drawing/2014/main" id="{13343F5A-0198-C026-325E-F9AC52498080}"/>
              </a:ext>
            </a:extLst>
          </p:cNvPr>
          <p:cNvSpPr>
            <a:spLocks noGrp="1"/>
          </p:cNvSpPr>
          <p:nvPr>
            <p:ph type="ftr" sz="quarter" idx="11"/>
          </p:nvPr>
        </p:nvSpPr>
        <p:spPr/>
        <p:txBody>
          <a:bodyPr/>
          <a:lstStyle/>
          <a:p>
            <a:r>
              <a:rPr lang="en-US"/>
              <a:t>Department of Computer Science and Engineering</a:t>
            </a:r>
            <a:endParaRPr lang="en-IN"/>
          </a:p>
        </p:txBody>
      </p:sp>
      <p:sp>
        <p:nvSpPr>
          <p:cNvPr id="5" name="Slide Number Placeholder 4">
            <a:extLst>
              <a:ext uri="{FF2B5EF4-FFF2-40B4-BE49-F238E27FC236}">
                <a16:creationId xmlns:a16="http://schemas.microsoft.com/office/drawing/2014/main" id="{185B38E0-356B-14A8-7F85-1D4D39738903}"/>
              </a:ext>
            </a:extLst>
          </p:cNvPr>
          <p:cNvSpPr>
            <a:spLocks noGrp="1"/>
          </p:cNvSpPr>
          <p:nvPr>
            <p:ph type="sldNum" sz="quarter" idx="12"/>
          </p:nvPr>
        </p:nvSpPr>
        <p:spPr/>
        <p:txBody>
          <a:bodyPr/>
          <a:lstStyle/>
          <a:p>
            <a:fld id="{1245FD78-8DE1-44B0-BD44-E067D054697C}" type="slidenum">
              <a:rPr lang="en-IN" smtClean="0"/>
              <a:pPr/>
              <a:t>4</a:t>
            </a:fld>
            <a:endParaRPr lang="en-IN"/>
          </a:p>
        </p:txBody>
      </p:sp>
      <p:pic>
        <p:nvPicPr>
          <p:cNvPr id="8" name="Picture 7" descr="A diagram of a microservices architecture&#10;&#10;AI-generated content may be incorrect.">
            <a:extLst>
              <a:ext uri="{FF2B5EF4-FFF2-40B4-BE49-F238E27FC236}">
                <a16:creationId xmlns:a16="http://schemas.microsoft.com/office/drawing/2014/main" id="{EEFC130F-4BA8-BFDB-0F09-970E514E852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52500" y="1862253"/>
            <a:ext cx="8526037" cy="3880625"/>
          </a:xfrm>
          <a:prstGeom prst="rect">
            <a:avLst/>
          </a:prstGeom>
        </p:spPr>
      </p:pic>
    </p:spTree>
    <p:extLst>
      <p:ext uri="{BB962C8B-B14F-4D97-AF65-F5344CB8AC3E}">
        <p14:creationId xmlns:p14="http://schemas.microsoft.com/office/powerpoint/2010/main" val="35578379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AD04C4-34F6-AAAB-8CA8-61F4AF6BFE7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51103D-3483-9CD8-93E5-1A6C0AF5C34B}"/>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List of </a:t>
            </a:r>
            <a:r>
              <a:rPr lang="en-IN" dirty="0" err="1">
                <a:latin typeface="Times New Roman" panose="02020603050405020304" pitchFamily="18" charset="0"/>
                <a:cs typeface="Times New Roman" panose="02020603050405020304" pitchFamily="18" charset="0"/>
              </a:rPr>
              <a:t>microservices</a:t>
            </a:r>
            <a:r>
              <a:rPr lang="en-IN" dirty="0">
                <a:latin typeface="Times New Roman" panose="02020603050405020304" pitchFamily="18" charset="0"/>
                <a:cs typeface="Times New Roman" panose="02020603050405020304" pitchFamily="18" charset="0"/>
              </a:rPr>
              <a:t> </a:t>
            </a:r>
            <a:endParaRPr lang="en-IN" dirty="0"/>
          </a:p>
        </p:txBody>
      </p:sp>
      <p:sp>
        <p:nvSpPr>
          <p:cNvPr id="4" name="Footer Placeholder 3">
            <a:extLst>
              <a:ext uri="{FF2B5EF4-FFF2-40B4-BE49-F238E27FC236}">
                <a16:creationId xmlns:a16="http://schemas.microsoft.com/office/drawing/2014/main" id="{96758F00-072E-9D56-24F1-9B11F179AE16}"/>
              </a:ext>
            </a:extLst>
          </p:cNvPr>
          <p:cNvSpPr>
            <a:spLocks noGrp="1"/>
          </p:cNvSpPr>
          <p:nvPr>
            <p:ph type="ftr" sz="quarter" idx="11"/>
          </p:nvPr>
        </p:nvSpPr>
        <p:spPr/>
        <p:txBody>
          <a:bodyPr/>
          <a:lstStyle/>
          <a:p>
            <a:r>
              <a:rPr lang="en-US"/>
              <a:t>Department of Computer Science and Engineering</a:t>
            </a:r>
            <a:endParaRPr lang="en-IN"/>
          </a:p>
        </p:txBody>
      </p:sp>
      <p:sp>
        <p:nvSpPr>
          <p:cNvPr id="5" name="Slide Number Placeholder 4">
            <a:extLst>
              <a:ext uri="{FF2B5EF4-FFF2-40B4-BE49-F238E27FC236}">
                <a16:creationId xmlns:a16="http://schemas.microsoft.com/office/drawing/2014/main" id="{61753E7B-8F2E-2F8A-A7E7-E19FAF754CAE}"/>
              </a:ext>
            </a:extLst>
          </p:cNvPr>
          <p:cNvSpPr>
            <a:spLocks noGrp="1"/>
          </p:cNvSpPr>
          <p:nvPr>
            <p:ph type="sldNum" sz="quarter" idx="12"/>
          </p:nvPr>
        </p:nvSpPr>
        <p:spPr/>
        <p:txBody>
          <a:bodyPr/>
          <a:lstStyle/>
          <a:p>
            <a:fld id="{1245FD78-8DE1-44B0-BD44-E067D054697C}" type="slidenum">
              <a:rPr lang="en-IN" smtClean="0"/>
              <a:pPr/>
              <a:t>5</a:t>
            </a:fld>
            <a:endParaRPr lang="en-IN"/>
          </a:p>
        </p:txBody>
      </p:sp>
      <p:graphicFrame>
        <p:nvGraphicFramePr>
          <p:cNvPr id="7" name="Table 6">
            <a:extLst>
              <a:ext uri="{FF2B5EF4-FFF2-40B4-BE49-F238E27FC236}">
                <a16:creationId xmlns:a16="http://schemas.microsoft.com/office/drawing/2014/main" id="{E299BDFD-A08D-D958-0ABB-F8CBF8E86E0B}"/>
              </a:ext>
            </a:extLst>
          </p:cNvPr>
          <p:cNvGraphicFramePr>
            <a:graphicFrameLocks noGrp="1"/>
          </p:cNvGraphicFramePr>
          <p:nvPr>
            <p:extLst>
              <p:ext uri="{D42A27DB-BD31-4B8C-83A1-F6EECF244321}">
                <p14:modId xmlns:p14="http://schemas.microsoft.com/office/powerpoint/2010/main" val="2692451057"/>
              </p:ext>
            </p:extLst>
          </p:nvPr>
        </p:nvGraphicFramePr>
        <p:xfrm>
          <a:off x="1097280" y="2587082"/>
          <a:ext cx="7812544" cy="3415580"/>
        </p:xfrm>
        <a:graphic>
          <a:graphicData uri="http://schemas.openxmlformats.org/drawingml/2006/table">
            <a:tbl>
              <a:tblPr firstRow="1" bandRow="1">
                <a:tableStyleId>{5940675A-B579-460E-94D1-54222C63F5DA}</a:tableStyleId>
              </a:tblPr>
              <a:tblGrid>
                <a:gridCol w="3965374">
                  <a:extLst>
                    <a:ext uri="{9D8B030D-6E8A-4147-A177-3AD203B41FA5}">
                      <a16:colId xmlns:a16="http://schemas.microsoft.com/office/drawing/2014/main" val="1974473328"/>
                    </a:ext>
                  </a:extLst>
                </a:gridCol>
                <a:gridCol w="3847170">
                  <a:extLst>
                    <a:ext uri="{9D8B030D-6E8A-4147-A177-3AD203B41FA5}">
                      <a16:colId xmlns:a16="http://schemas.microsoft.com/office/drawing/2014/main" val="2780449872"/>
                    </a:ext>
                  </a:extLst>
                </a:gridCol>
              </a:tblGrid>
              <a:tr h="507093">
                <a:tc>
                  <a:txBody>
                    <a:bodyPr/>
                    <a:lstStyle/>
                    <a:p>
                      <a:r>
                        <a:rPr lang="en-IN" dirty="0"/>
                        <a:t>                   </a:t>
                      </a:r>
                    </a:p>
                    <a:p>
                      <a:r>
                        <a:rPr lang="en-IN" dirty="0"/>
                        <a:t>                       Auth Service</a:t>
                      </a:r>
                    </a:p>
                  </a:txBody>
                  <a:tcPr/>
                </a:tc>
                <a:tc>
                  <a:txBody>
                    <a:bodyPr/>
                    <a:lstStyle/>
                    <a:p>
                      <a:r>
                        <a:rPr lang="en-IN" dirty="0"/>
                        <a:t> User login, registration, JWT, PIN                    validation</a:t>
                      </a:r>
                    </a:p>
                  </a:txBody>
                  <a:tcPr/>
                </a:tc>
                <a:extLst>
                  <a:ext uri="{0D108BD9-81ED-4DB2-BD59-A6C34878D82A}">
                    <a16:rowId xmlns:a16="http://schemas.microsoft.com/office/drawing/2014/main" val="2013536769"/>
                  </a:ext>
                </a:extLst>
              </a:tr>
              <a:tr h="533855">
                <a:tc>
                  <a:txBody>
                    <a:bodyPr/>
                    <a:lstStyle/>
                    <a:p>
                      <a:r>
                        <a:rPr lang="en-IN" dirty="0"/>
                        <a:t>                       Customer Service</a:t>
                      </a:r>
                    </a:p>
                  </a:txBody>
                  <a:tcPr/>
                </a:tc>
                <a:tc>
                  <a:txBody>
                    <a:bodyPr/>
                    <a:lstStyle/>
                    <a:p>
                      <a:r>
                        <a:rPr lang="en-IN" dirty="0"/>
                        <a:t>Customer profile management</a:t>
                      </a:r>
                    </a:p>
                  </a:txBody>
                  <a:tcPr/>
                </a:tc>
                <a:extLst>
                  <a:ext uri="{0D108BD9-81ED-4DB2-BD59-A6C34878D82A}">
                    <a16:rowId xmlns:a16="http://schemas.microsoft.com/office/drawing/2014/main" val="2449096230"/>
                  </a:ext>
                </a:extLst>
              </a:tr>
              <a:tr h="533855">
                <a:tc>
                  <a:txBody>
                    <a:bodyPr/>
                    <a:lstStyle/>
                    <a:p>
                      <a:r>
                        <a:rPr lang="en-IN" dirty="0"/>
                        <a:t>                      Account Service</a:t>
                      </a:r>
                    </a:p>
                  </a:txBody>
                  <a:tcPr/>
                </a:tc>
                <a:tc>
                  <a:txBody>
                    <a:bodyPr/>
                    <a:lstStyle/>
                    <a:p>
                      <a:r>
                        <a:rPr lang="en-IN" dirty="0"/>
                        <a:t>Account creation, balance management</a:t>
                      </a:r>
                    </a:p>
                  </a:txBody>
                  <a:tcPr/>
                </a:tc>
                <a:extLst>
                  <a:ext uri="{0D108BD9-81ED-4DB2-BD59-A6C34878D82A}">
                    <a16:rowId xmlns:a16="http://schemas.microsoft.com/office/drawing/2014/main" val="331456302"/>
                  </a:ext>
                </a:extLst>
              </a:tr>
              <a:tr h="533855">
                <a:tc>
                  <a:txBody>
                    <a:bodyPr/>
                    <a:lstStyle/>
                    <a:p>
                      <a:r>
                        <a:rPr lang="en-IN" dirty="0"/>
                        <a:t>                      Transaction Service</a:t>
                      </a:r>
                    </a:p>
                  </a:txBody>
                  <a:tcPr/>
                </a:tc>
                <a:tc>
                  <a:txBody>
                    <a:bodyPr/>
                    <a:lstStyle/>
                    <a:p>
                      <a:r>
                        <a:rPr lang="en-IN" dirty="0"/>
                        <a:t>Deposit, withdraw, transfer</a:t>
                      </a:r>
                    </a:p>
                  </a:txBody>
                  <a:tcPr/>
                </a:tc>
                <a:extLst>
                  <a:ext uri="{0D108BD9-81ED-4DB2-BD59-A6C34878D82A}">
                    <a16:rowId xmlns:a16="http://schemas.microsoft.com/office/drawing/2014/main" val="787986592"/>
                  </a:ext>
                </a:extLst>
              </a:tr>
              <a:tr h="533855">
                <a:tc>
                  <a:txBody>
                    <a:bodyPr/>
                    <a:lstStyle/>
                    <a:p>
                      <a:r>
                        <a:rPr lang="en-IN" dirty="0"/>
                        <a:t>                       API Gateway</a:t>
                      </a:r>
                    </a:p>
                  </a:txBody>
                  <a:tcPr/>
                </a:tc>
                <a:tc>
                  <a:txBody>
                    <a:bodyPr/>
                    <a:lstStyle/>
                    <a:p>
                      <a:r>
                        <a:rPr lang="en-IN" dirty="0"/>
                        <a:t>Routing and request handling</a:t>
                      </a:r>
                    </a:p>
                  </a:txBody>
                  <a:tcPr/>
                </a:tc>
                <a:extLst>
                  <a:ext uri="{0D108BD9-81ED-4DB2-BD59-A6C34878D82A}">
                    <a16:rowId xmlns:a16="http://schemas.microsoft.com/office/drawing/2014/main" val="1056061982"/>
                  </a:ext>
                </a:extLst>
              </a:tr>
              <a:tr h="533855">
                <a:tc>
                  <a:txBody>
                    <a:bodyPr/>
                    <a:lstStyle/>
                    <a:p>
                      <a:r>
                        <a:rPr lang="en-IN" dirty="0"/>
                        <a:t>                      Eureka Server</a:t>
                      </a:r>
                    </a:p>
                  </a:txBody>
                  <a:tcPr/>
                </a:tc>
                <a:tc>
                  <a:txBody>
                    <a:bodyPr/>
                    <a:lstStyle/>
                    <a:p>
                      <a:r>
                        <a:rPr lang="en-IN" dirty="0"/>
                        <a:t>Service discovery</a:t>
                      </a:r>
                    </a:p>
                  </a:txBody>
                  <a:tcPr/>
                </a:tc>
                <a:extLst>
                  <a:ext uri="{0D108BD9-81ED-4DB2-BD59-A6C34878D82A}">
                    <a16:rowId xmlns:a16="http://schemas.microsoft.com/office/drawing/2014/main" val="573206646"/>
                  </a:ext>
                </a:extLst>
              </a:tr>
            </a:tbl>
          </a:graphicData>
        </a:graphic>
      </p:graphicFrame>
      <p:graphicFrame>
        <p:nvGraphicFramePr>
          <p:cNvPr id="10" name="Table 9">
            <a:extLst>
              <a:ext uri="{FF2B5EF4-FFF2-40B4-BE49-F238E27FC236}">
                <a16:creationId xmlns:a16="http://schemas.microsoft.com/office/drawing/2014/main" id="{E5CDB399-B322-A20B-0AEA-E34DD76E31ED}"/>
              </a:ext>
            </a:extLst>
          </p:cNvPr>
          <p:cNvGraphicFramePr>
            <a:graphicFrameLocks noGrp="1"/>
          </p:cNvGraphicFramePr>
          <p:nvPr>
            <p:extLst>
              <p:ext uri="{D42A27DB-BD31-4B8C-83A1-F6EECF244321}">
                <p14:modId xmlns:p14="http://schemas.microsoft.com/office/powerpoint/2010/main" val="4106903089"/>
              </p:ext>
            </p:extLst>
          </p:nvPr>
        </p:nvGraphicFramePr>
        <p:xfrm>
          <a:off x="1097280" y="2221513"/>
          <a:ext cx="7812544" cy="370840"/>
        </p:xfrm>
        <a:graphic>
          <a:graphicData uri="http://schemas.openxmlformats.org/drawingml/2006/table">
            <a:tbl>
              <a:tblPr firstRow="1" bandRow="1">
                <a:tableStyleId>{5940675A-B579-460E-94D1-54222C63F5DA}</a:tableStyleId>
              </a:tblPr>
              <a:tblGrid>
                <a:gridCol w="3976525">
                  <a:extLst>
                    <a:ext uri="{9D8B030D-6E8A-4147-A177-3AD203B41FA5}">
                      <a16:colId xmlns:a16="http://schemas.microsoft.com/office/drawing/2014/main" val="289149630"/>
                    </a:ext>
                  </a:extLst>
                </a:gridCol>
                <a:gridCol w="3836019">
                  <a:extLst>
                    <a:ext uri="{9D8B030D-6E8A-4147-A177-3AD203B41FA5}">
                      <a16:colId xmlns:a16="http://schemas.microsoft.com/office/drawing/2014/main" val="2114364165"/>
                    </a:ext>
                  </a:extLst>
                </a:gridCol>
              </a:tblGrid>
              <a:tr h="370840">
                <a:tc>
                  <a:txBody>
                    <a:bodyPr/>
                    <a:lstStyle/>
                    <a:p>
                      <a:r>
                        <a:rPr lang="en-IN" dirty="0"/>
                        <a:t>                   Service Name</a:t>
                      </a:r>
                    </a:p>
                  </a:txBody>
                  <a:tcPr/>
                </a:tc>
                <a:tc>
                  <a:txBody>
                    <a:bodyPr/>
                    <a:lstStyle/>
                    <a:p>
                      <a:r>
                        <a:rPr lang="en-IN" dirty="0"/>
                        <a:t>                    Responsibility</a:t>
                      </a:r>
                    </a:p>
                  </a:txBody>
                  <a:tcPr/>
                </a:tc>
                <a:extLst>
                  <a:ext uri="{0D108BD9-81ED-4DB2-BD59-A6C34878D82A}">
                    <a16:rowId xmlns:a16="http://schemas.microsoft.com/office/drawing/2014/main" val="2471632392"/>
                  </a:ext>
                </a:extLst>
              </a:tr>
            </a:tbl>
          </a:graphicData>
        </a:graphic>
      </p:graphicFrame>
    </p:spTree>
    <p:extLst>
      <p:ext uri="{BB962C8B-B14F-4D97-AF65-F5344CB8AC3E}">
        <p14:creationId xmlns:p14="http://schemas.microsoft.com/office/powerpoint/2010/main" val="37167421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622266-AE99-DC6E-EFB8-CAC8A11A260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716D250-6127-27B3-116F-A19207730D4F}"/>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Communication method</a:t>
            </a:r>
          </a:p>
        </p:txBody>
      </p:sp>
      <p:sp>
        <p:nvSpPr>
          <p:cNvPr id="3" name="Content Placeholder 2">
            <a:extLst>
              <a:ext uri="{FF2B5EF4-FFF2-40B4-BE49-F238E27FC236}">
                <a16:creationId xmlns:a16="http://schemas.microsoft.com/office/drawing/2014/main" id="{5D1EB921-3380-F596-0442-6BCEBD0A5E3A}"/>
              </a:ext>
            </a:extLst>
          </p:cNvPr>
          <p:cNvSpPr>
            <a:spLocks noGrp="1"/>
          </p:cNvSpPr>
          <p:nvPr>
            <p:ph idx="1"/>
          </p:nvPr>
        </p:nvSpPr>
        <p:spPr/>
        <p:txBody>
          <a:bodyPr/>
          <a:lstStyle/>
          <a:p>
            <a:r>
              <a:rPr lang="en-US" b="1" dirty="0"/>
              <a:t>Inter-Service Communication:</a:t>
            </a:r>
            <a:endParaRPr lang="en-US" dirty="0"/>
          </a:p>
          <a:p>
            <a:r>
              <a:rPr lang="en-US" dirty="0"/>
              <a:t>REST API over HTTP</a:t>
            </a:r>
          </a:p>
          <a:p>
            <a:r>
              <a:rPr lang="en-US" dirty="0"/>
              <a:t>Synchronous communication</a:t>
            </a:r>
          </a:p>
          <a:p>
            <a:r>
              <a:rPr lang="en-US" dirty="0"/>
              <a:t>Spring </a:t>
            </a:r>
            <a:r>
              <a:rPr lang="en-US" dirty="0" err="1"/>
              <a:t>WebClient</a:t>
            </a:r>
            <a:r>
              <a:rPr lang="en-US" dirty="0"/>
              <a:t> used for service-to-service calls</a:t>
            </a:r>
          </a:p>
          <a:p>
            <a:endParaRPr lang="en-US" dirty="0"/>
          </a:p>
          <a:p>
            <a:r>
              <a:rPr lang="en-US" b="1" dirty="0"/>
              <a:t>Why REST?</a:t>
            </a:r>
            <a:endParaRPr lang="en-US" dirty="0"/>
          </a:p>
          <a:p>
            <a:r>
              <a:rPr lang="en-US" dirty="0"/>
              <a:t>Simple to implement</a:t>
            </a:r>
          </a:p>
          <a:p>
            <a:r>
              <a:rPr lang="en-US" dirty="0"/>
              <a:t>Easy debugging</a:t>
            </a:r>
          </a:p>
          <a:p>
            <a:r>
              <a:rPr lang="en-US" dirty="0"/>
              <a:t>Immediate response to users</a:t>
            </a:r>
          </a:p>
          <a:p>
            <a:endParaRPr lang="en-IN" dirty="0"/>
          </a:p>
        </p:txBody>
      </p:sp>
      <p:sp>
        <p:nvSpPr>
          <p:cNvPr id="4" name="Footer Placeholder 3">
            <a:extLst>
              <a:ext uri="{FF2B5EF4-FFF2-40B4-BE49-F238E27FC236}">
                <a16:creationId xmlns:a16="http://schemas.microsoft.com/office/drawing/2014/main" id="{248795AC-AE90-3C76-AE9A-0B7ADCDA4C99}"/>
              </a:ext>
            </a:extLst>
          </p:cNvPr>
          <p:cNvSpPr>
            <a:spLocks noGrp="1"/>
          </p:cNvSpPr>
          <p:nvPr>
            <p:ph type="ftr" sz="quarter" idx="11"/>
          </p:nvPr>
        </p:nvSpPr>
        <p:spPr/>
        <p:txBody>
          <a:bodyPr/>
          <a:lstStyle/>
          <a:p>
            <a:r>
              <a:rPr lang="en-US"/>
              <a:t>Department of Computer Science and Engineering</a:t>
            </a:r>
            <a:endParaRPr lang="en-IN"/>
          </a:p>
        </p:txBody>
      </p:sp>
      <p:sp>
        <p:nvSpPr>
          <p:cNvPr id="5" name="Slide Number Placeholder 4">
            <a:extLst>
              <a:ext uri="{FF2B5EF4-FFF2-40B4-BE49-F238E27FC236}">
                <a16:creationId xmlns:a16="http://schemas.microsoft.com/office/drawing/2014/main" id="{37BC24B8-F099-E640-1ECB-7170C72073F5}"/>
              </a:ext>
            </a:extLst>
          </p:cNvPr>
          <p:cNvSpPr>
            <a:spLocks noGrp="1"/>
          </p:cNvSpPr>
          <p:nvPr>
            <p:ph type="sldNum" sz="quarter" idx="12"/>
          </p:nvPr>
        </p:nvSpPr>
        <p:spPr/>
        <p:txBody>
          <a:bodyPr/>
          <a:lstStyle/>
          <a:p>
            <a:fld id="{1245FD78-8DE1-44B0-BD44-E067D054697C}" type="slidenum">
              <a:rPr lang="en-IN" smtClean="0"/>
              <a:pPr/>
              <a:t>6</a:t>
            </a:fld>
            <a:endParaRPr lang="en-IN"/>
          </a:p>
        </p:txBody>
      </p:sp>
    </p:spTree>
    <p:extLst>
      <p:ext uri="{BB962C8B-B14F-4D97-AF65-F5344CB8AC3E}">
        <p14:creationId xmlns:p14="http://schemas.microsoft.com/office/powerpoint/2010/main" val="33751066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49875E-DB90-A0E6-7196-03656BEC425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F3F65D7-F241-4733-3294-78FFD80B6CF2}"/>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Database per service</a:t>
            </a:r>
          </a:p>
        </p:txBody>
      </p:sp>
      <p:graphicFrame>
        <p:nvGraphicFramePr>
          <p:cNvPr id="6" name="Content Placeholder 5">
            <a:extLst>
              <a:ext uri="{FF2B5EF4-FFF2-40B4-BE49-F238E27FC236}">
                <a16:creationId xmlns:a16="http://schemas.microsoft.com/office/drawing/2014/main" id="{91E3CC9D-6C4E-75C7-FFA3-957B4F8BC1D8}"/>
              </a:ext>
            </a:extLst>
          </p:cNvPr>
          <p:cNvGraphicFramePr>
            <a:graphicFrameLocks noGrp="1"/>
          </p:cNvGraphicFramePr>
          <p:nvPr>
            <p:ph idx="1"/>
            <p:extLst>
              <p:ext uri="{D42A27DB-BD31-4B8C-83A1-F6EECF244321}">
                <p14:modId xmlns:p14="http://schemas.microsoft.com/office/powerpoint/2010/main" val="2375112214"/>
              </p:ext>
            </p:extLst>
          </p:nvPr>
        </p:nvGraphicFramePr>
        <p:xfrm>
          <a:off x="1066800" y="2110810"/>
          <a:ext cx="10058400" cy="1828800"/>
        </p:xfrm>
        <a:graphic>
          <a:graphicData uri="http://schemas.openxmlformats.org/drawingml/2006/table">
            <a:tbl>
              <a:tblPr/>
              <a:tblGrid>
                <a:gridCol w="5029200">
                  <a:extLst>
                    <a:ext uri="{9D8B030D-6E8A-4147-A177-3AD203B41FA5}">
                      <a16:colId xmlns:a16="http://schemas.microsoft.com/office/drawing/2014/main" val="2322846895"/>
                    </a:ext>
                  </a:extLst>
                </a:gridCol>
                <a:gridCol w="5029200">
                  <a:extLst>
                    <a:ext uri="{9D8B030D-6E8A-4147-A177-3AD203B41FA5}">
                      <a16:colId xmlns:a16="http://schemas.microsoft.com/office/drawing/2014/main" val="1299382992"/>
                    </a:ext>
                  </a:extLst>
                </a:gridCol>
              </a:tblGrid>
              <a:tr h="0">
                <a:tc>
                  <a:txBody>
                    <a:bodyPr/>
                    <a:lstStyle/>
                    <a:p>
                      <a:pPr>
                        <a:buNone/>
                      </a:pPr>
                      <a:r>
                        <a:rPr lang="en-IN"/>
                        <a:t>Service</a:t>
                      </a:r>
                    </a:p>
                  </a:txBody>
                  <a:tcPr anchor="ctr">
                    <a:lnL>
                      <a:noFill/>
                    </a:lnL>
                    <a:lnR>
                      <a:noFill/>
                    </a:lnR>
                    <a:lnT>
                      <a:noFill/>
                    </a:lnT>
                    <a:lnB>
                      <a:noFill/>
                    </a:lnB>
                    <a:noFill/>
                  </a:tcPr>
                </a:tc>
                <a:tc>
                  <a:txBody>
                    <a:bodyPr/>
                    <a:lstStyle/>
                    <a:p>
                      <a:pPr>
                        <a:buNone/>
                      </a:pPr>
                      <a:r>
                        <a:rPr lang="en-IN" dirty="0"/>
                        <a:t>Database</a:t>
                      </a:r>
                    </a:p>
                  </a:txBody>
                  <a:tcPr anchor="ctr">
                    <a:lnL>
                      <a:noFill/>
                    </a:lnL>
                    <a:lnR>
                      <a:noFill/>
                    </a:lnR>
                    <a:lnT>
                      <a:noFill/>
                    </a:lnT>
                    <a:lnB>
                      <a:noFill/>
                    </a:lnB>
                    <a:noFill/>
                  </a:tcPr>
                </a:tc>
                <a:extLst>
                  <a:ext uri="{0D108BD9-81ED-4DB2-BD59-A6C34878D82A}">
                    <a16:rowId xmlns:a16="http://schemas.microsoft.com/office/drawing/2014/main" val="457391677"/>
                  </a:ext>
                </a:extLst>
              </a:tr>
              <a:tr h="0">
                <a:tc>
                  <a:txBody>
                    <a:bodyPr/>
                    <a:lstStyle/>
                    <a:p>
                      <a:pPr>
                        <a:buNone/>
                      </a:pPr>
                      <a:r>
                        <a:rPr lang="en-IN"/>
                        <a:t>Auth Service</a:t>
                      </a:r>
                    </a:p>
                  </a:txBody>
                  <a:tcPr anchor="ctr">
                    <a:lnL>
                      <a:noFill/>
                    </a:lnL>
                    <a:lnR>
                      <a:noFill/>
                    </a:lnR>
                    <a:lnT>
                      <a:noFill/>
                    </a:lnT>
                    <a:lnB>
                      <a:noFill/>
                    </a:lnB>
                    <a:noFill/>
                  </a:tcPr>
                </a:tc>
                <a:tc>
                  <a:txBody>
                    <a:bodyPr/>
                    <a:lstStyle/>
                    <a:p>
                      <a:pPr>
                        <a:buNone/>
                      </a:pPr>
                      <a:r>
                        <a:rPr lang="en-IN"/>
                        <a:t>auth_db</a:t>
                      </a:r>
                    </a:p>
                  </a:txBody>
                  <a:tcPr anchor="ctr">
                    <a:lnL>
                      <a:noFill/>
                    </a:lnL>
                    <a:lnR>
                      <a:noFill/>
                    </a:lnR>
                    <a:lnT>
                      <a:noFill/>
                    </a:lnT>
                    <a:lnB>
                      <a:noFill/>
                    </a:lnB>
                    <a:noFill/>
                  </a:tcPr>
                </a:tc>
                <a:extLst>
                  <a:ext uri="{0D108BD9-81ED-4DB2-BD59-A6C34878D82A}">
                    <a16:rowId xmlns:a16="http://schemas.microsoft.com/office/drawing/2014/main" val="3054796581"/>
                  </a:ext>
                </a:extLst>
              </a:tr>
              <a:tr h="0">
                <a:tc>
                  <a:txBody>
                    <a:bodyPr/>
                    <a:lstStyle/>
                    <a:p>
                      <a:pPr>
                        <a:buNone/>
                      </a:pPr>
                      <a:r>
                        <a:rPr lang="en-IN"/>
                        <a:t>Customer Service</a:t>
                      </a:r>
                    </a:p>
                  </a:txBody>
                  <a:tcPr anchor="ctr">
                    <a:lnL>
                      <a:noFill/>
                    </a:lnL>
                    <a:lnR>
                      <a:noFill/>
                    </a:lnR>
                    <a:lnT>
                      <a:noFill/>
                    </a:lnT>
                    <a:lnB>
                      <a:noFill/>
                    </a:lnB>
                    <a:noFill/>
                  </a:tcPr>
                </a:tc>
                <a:tc>
                  <a:txBody>
                    <a:bodyPr/>
                    <a:lstStyle/>
                    <a:p>
                      <a:pPr>
                        <a:buNone/>
                      </a:pPr>
                      <a:r>
                        <a:rPr lang="en-IN"/>
                        <a:t>customer_db</a:t>
                      </a:r>
                    </a:p>
                  </a:txBody>
                  <a:tcPr anchor="ctr">
                    <a:lnL>
                      <a:noFill/>
                    </a:lnL>
                    <a:lnR>
                      <a:noFill/>
                    </a:lnR>
                    <a:lnT>
                      <a:noFill/>
                    </a:lnT>
                    <a:lnB>
                      <a:noFill/>
                    </a:lnB>
                    <a:noFill/>
                  </a:tcPr>
                </a:tc>
                <a:extLst>
                  <a:ext uri="{0D108BD9-81ED-4DB2-BD59-A6C34878D82A}">
                    <a16:rowId xmlns:a16="http://schemas.microsoft.com/office/drawing/2014/main" val="2067407466"/>
                  </a:ext>
                </a:extLst>
              </a:tr>
              <a:tr h="0">
                <a:tc>
                  <a:txBody>
                    <a:bodyPr/>
                    <a:lstStyle/>
                    <a:p>
                      <a:pPr>
                        <a:buNone/>
                      </a:pPr>
                      <a:r>
                        <a:rPr lang="en-IN"/>
                        <a:t>Account Service</a:t>
                      </a:r>
                    </a:p>
                  </a:txBody>
                  <a:tcPr anchor="ctr">
                    <a:lnL>
                      <a:noFill/>
                    </a:lnL>
                    <a:lnR>
                      <a:noFill/>
                    </a:lnR>
                    <a:lnT>
                      <a:noFill/>
                    </a:lnT>
                    <a:lnB>
                      <a:noFill/>
                    </a:lnB>
                    <a:noFill/>
                  </a:tcPr>
                </a:tc>
                <a:tc>
                  <a:txBody>
                    <a:bodyPr/>
                    <a:lstStyle/>
                    <a:p>
                      <a:pPr>
                        <a:buNone/>
                      </a:pPr>
                      <a:r>
                        <a:rPr lang="en-IN"/>
                        <a:t>account_db</a:t>
                      </a:r>
                    </a:p>
                  </a:txBody>
                  <a:tcPr anchor="ctr">
                    <a:lnL>
                      <a:noFill/>
                    </a:lnL>
                    <a:lnR>
                      <a:noFill/>
                    </a:lnR>
                    <a:lnT>
                      <a:noFill/>
                    </a:lnT>
                    <a:lnB>
                      <a:noFill/>
                    </a:lnB>
                    <a:noFill/>
                  </a:tcPr>
                </a:tc>
                <a:extLst>
                  <a:ext uri="{0D108BD9-81ED-4DB2-BD59-A6C34878D82A}">
                    <a16:rowId xmlns:a16="http://schemas.microsoft.com/office/drawing/2014/main" val="41167487"/>
                  </a:ext>
                </a:extLst>
              </a:tr>
              <a:tr h="0">
                <a:tc>
                  <a:txBody>
                    <a:bodyPr/>
                    <a:lstStyle/>
                    <a:p>
                      <a:pPr>
                        <a:buNone/>
                      </a:pPr>
                      <a:r>
                        <a:rPr lang="en-IN"/>
                        <a:t>Transaction Service</a:t>
                      </a:r>
                    </a:p>
                  </a:txBody>
                  <a:tcPr anchor="ctr">
                    <a:lnL>
                      <a:noFill/>
                    </a:lnL>
                    <a:lnR>
                      <a:noFill/>
                    </a:lnR>
                    <a:lnT>
                      <a:noFill/>
                    </a:lnT>
                    <a:lnB>
                      <a:noFill/>
                    </a:lnB>
                    <a:noFill/>
                  </a:tcPr>
                </a:tc>
                <a:tc>
                  <a:txBody>
                    <a:bodyPr/>
                    <a:lstStyle/>
                    <a:p>
                      <a:pPr>
                        <a:buNone/>
                      </a:pPr>
                      <a:r>
                        <a:rPr lang="en-IN" dirty="0" err="1"/>
                        <a:t>transaction_db</a:t>
                      </a:r>
                      <a:endParaRPr lang="en-IN" dirty="0"/>
                    </a:p>
                  </a:txBody>
                  <a:tcPr anchor="ctr">
                    <a:lnL>
                      <a:noFill/>
                    </a:lnL>
                    <a:lnR>
                      <a:noFill/>
                    </a:lnR>
                    <a:lnT>
                      <a:noFill/>
                    </a:lnT>
                    <a:lnB>
                      <a:noFill/>
                    </a:lnB>
                    <a:noFill/>
                  </a:tcPr>
                </a:tc>
                <a:extLst>
                  <a:ext uri="{0D108BD9-81ED-4DB2-BD59-A6C34878D82A}">
                    <a16:rowId xmlns:a16="http://schemas.microsoft.com/office/drawing/2014/main" val="2723291321"/>
                  </a:ext>
                </a:extLst>
              </a:tr>
            </a:tbl>
          </a:graphicData>
        </a:graphic>
      </p:graphicFrame>
      <p:sp>
        <p:nvSpPr>
          <p:cNvPr id="4" name="Footer Placeholder 3">
            <a:extLst>
              <a:ext uri="{FF2B5EF4-FFF2-40B4-BE49-F238E27FC236}">
                <a16:creationId xmlns:a16="http://schemas.microsoft.com/office/drawing/2014/main" id="{2492B98E-7808-08A5-B8BC-6F6DAC06FC13}"/>
              </a:ext>
            </a:extLst>
          </p:cNvPr>
          <p:cNvSpPr>
            <a:spLocks noGrp="1"/>
          </p:cNvSpPr>
          <p:nvPr>
            <p:ph type="ftr" sz="quarter" idx="11"/>
          </p:nvPr>
        </p:nvSpPr>
        <p:spPr/>
        <p:txBody>
          <a:bodyPr/>
          <a:lstStyle/>
          <a:p>
            <a:r>
              <a:rPr lang="en-US"/>
              <a:t>Department of Computer Science and Engineering</a:t>
            </a:r>
            <a:endParaRPr lang="en-IN"/>
          </a:p>
        </p:txBody>
      </p:sp>
      <p:sp>
        <p:nvSpPr>
          <p:cNvPr id="5" name="Slide Number Placeholder 4">
            <a:extLst>
              <a:ext uri="{FF2B5EF4-FFF2-40B4-BE49-F238E27FC236}">
                <a16:creationId xmlns:a16="http://schemas.microsoft.com/office/drawing/2014/main" id="{A5DB450A-4898-5F56-759B-9B76D9BDB4B8}"/>
              </a:ext>
            </a:extLst>
          </p:cNvPr>
          <p:cNvSpPr>
            <a:spLocks noGrp="1"/>
          </p:cNvSpPr>
          <p:nvPr>
            <p:ph type="sldNum" sz="quarter" idx="12"/>
          </p:nvPr>
        </p:nvSpPr>
        <p:spPr/>
        <p:txBody>
          <a:bodyPr/>
          <a:lstStyle/>
          <a:p>
            <a:fld id="{1245FD78-8DE1-44B0-BD44-E067D054697C}" type="slidenum">
              <a:rPr lang="en-IN" smtClean="0"/>
              <a:pPr/>
              <a:t>7</a:t>
            </a:fld>
            <a:endParaRPr lang="en-IN"/>
          </a:p>
        </p:txBody>
      </p:sp>
      <p:graphicFrame>
        <p:nvGraphicFramePr>
          <p:cNvPr id="7" name="Table 6">
            <a:extLst>
              <a:ext uri="{FF2B5EF4-FFF2-40B4-BE49-F238E27FC236}">
                <a16:creationId xmlns:a16="http://schemas.microsoft.com/office/drawing/2014/main" id="{AF037705-0154-4E10-8394-F4328185B96A}"/>
              </a:ext>
            </a:extLst>
          </p:cNvPr>
          <p:cNvGraphicFramePr>
            <a:graphicFrameLocks noGrp="1"/>
          </p:cNvGraphicFramePr>
          <p:nvPr>
            <p:extLst>
              <p:ext uri="{D42A27DB-BD31-4B8C-83A1-F6EECF244321}">
                <p14:modId xmlns:p14="http://schemas.microsoft.com/office/powerpoint/2010/main" val="3993848936"/>
              </p:ext>
            </p:extLst>
          </p:nvPr>
        </p:nvGraphicFramePr>
        <p:xfrm>
          <a:off x="892098" y="1959749"/>
          <a:ext cx="7784160" cy="2297786"/>
        </p:xfrm>
        <a:graphic>
          <a:graphicData uri="http://schemas.openxmlformats.org/drawingml/2006/table">
            <a:tbl>
              <a:tblPr firstRow="1" bandRow="1">
                <a:tableStyleId>{5940675A-B579-460E-94D1-54222C63F5DA}</a:tableStyleId>
              </a:tblPr>
              <a:tblGrid>
                <a:gridCol w="3892080">
                  <a:extLst>
                    <a:ext uri="{9D8B030D-6E8A-4147-A177-3AD203B41FA5}">
                      <a16:colId xmlns:a16="http://schemas.microsoft.com/office/drawing/2014/main" val="3733038726"/>
                    </a:ext>
                  </a:extLst>
                </a:gridCol>
                <a:gridCol w="3892080">
                  <a:extLst>
                    <a:ext uri="{9D8B030D-6E8A-4147-A177-3AD203B41FA5}">
                      <a16:colId xmlns:a16="http://schemas.microsoft.com/office/drawing/2014/main" val="49374310"/>
                    </a:ext>
                  </a:extLst>
                </a:gridCol>
              </a:tblGrid>
              <a:tr h="560426">
                <a:tc>
                  <a:txBody>
                    <a:bodyPr/>
                    <a:lstStyle/>
                    <a:p>
                      <a:endParaRPr lang="en-IN"/>
                    </a:p>
                  </a:txBody>
                  <a:tcPr/>
                </a:tc>
                <a:tc>
                  <a:txBody>
                    <a:bodyPr/>
                    <a:lstStyle/>
                    <a:p>
                      <a:endParaRPr lang="en-IN"/>
                    </a:p>
                  </a:txBody>
                  <a:tcPr/>
                </a:tc>
                <a:extLst>
                  <a:ext uri="{0D108BD9-81ED-4DB2-BD59-A6C34878D82A}">
                    <a16:rowId xmlns:a16="http://schemas.microsoft.com/office/drawing/2014/main" val="4105671869"/>
                  </a:ext>
                </a:extLst>
              </a:tr>
              <a:tr h="310639">
                <a:tc>
                  <a:txBody>
                    <a:bodyPr/>
                    <a:lstStyle/>
                    <a:p>
                      <a:endParaRPr lang="en-IN"/>
                    </a:p>
                  </a:txBody>
                  <a:tcPr/>
                </a:tc>
                <a:tc>
                  <a:txBody>
                    <a:bodyPr/>
                    <a:lstStyle/>
                    <a:p>
                      <a:endParaRPr lang="en-IN"/>
                    </a:p>
                  </a:txBody>
                  <a:tcPr/>
                </a:tc>
                <a:extLst>
                  <a:ext uri="{0D108BD9-81ED-4DB2-BD59-A6C34878D82A}">
                    <a16:rowId xmlns:a16="http://schemas.microsoft.com/office/drawing/2014/main" val="3156607192"/>
                  </a:ext>
                </a:extLst>
              </a:tr>
              <a:tr h="279415">
                <a:tc>
                  <a:txBody>
                    <a:bodyPr/>
                    <a:lstStyle/>
                    <a:p>
                      <a:endParaRPr lang="en-IN"/>
                    </a:p>
                  </a:txBody>
                  <a:tcPr/>
                </a:tc>
                <a:tc>
                  <a:txBody>
                    <a:bodyPr/>
                    <a:lstStyle/>
                    <a:p>
                      <a:endParaRPr lang="en-IN" dirty="0"/>
                    </a:p>
                  </a:txBody>
                  <a:tcPr/>
                </a:tc>
                <a:extLst>
                  <a:ext uri="{0D108BD9-81ED-4DB2-BD59-A6C34878D82A}">
                    <a16:rowId xmlns:a16="http://schemas.microsoft.com/office/drawing/2014/main" val="1508231111"/>
                  </a:ext>
                </a:extLst>
              </a:tr>
              <a:tr h="248192">
                <a:tc>
                  <a:txBody>
                    <a:bodyPr/>
                    <a:lstStyle/>
                    <a:p>
                      <a:endParaRPr lang="en-IN"/>
                    </a:p>
                  </a:txBody>
                  <a:tcPr/>
                </a:tc>
                <a:tc>
                  <a:txBody>
                    <a:bodyPr/>
                    <a:lstStyle/>
                    <a:p>
                      <a:endParaRPr lang="en-IN" dirty="0"/>
                    </a:p>
                  </a:txBody>
                  <a:tcPr/>
                </a:tc>
                <a:extLst>
                  <a:ext uri="{0D108BD9-81ED-4DB2-BD59-A6C34878D82A}">
                    <a16:rowId xmlns:a16="http://schemas.microsoft.com/office/drawing/2014/main" val="3556156521"/>
                  </a:ext>
                </a:extLst>
              </a:tr>
              <a:tr h="640080">
                <a:tc>
                  <a:txBody>
                    <a:bodyPr/>
                    <a:lstStyle/>
                    <a:p>
                      <a:endParaRPr lang="en-IN" dirty="0"/>
                    </a:p>
                    <a:p>
                      <a:endParaRPr lang="en-IN" dirty="0"/>
                    </a:p>
                  </a:txBody>
                  <a:tcPr/>
                </a:tc>
                <a:tc>
                  <a:txBody>
                    <a:bodyPr/>
                    <a:lstStyle/>
                    <a:p>
                      <a:endParaRPr lang="en-IN" dirty="0"/>
                    </a:p>
                  </a:txBody>
                  <a:tcPr/>
                </a:tc>
                <a:extLst>
                  <a:ext uri="{0D108BD9-81ED-4DB2-BD59-A6C34878D82A}">
                    <a16:rowId xmlns:a16="http://schemas.microsoft.com/office/drawing/2014/main" val="3664692013"/>
                  </a:ext>
                </a:extLst>
              </a:tr>
            </a:tbl>
          </a:graphicData>
        </a:graphic>
      </p:graphicFrame>
      <p:sp>
        <p:nvSpPr>
          <p:cNvPr id="9" name="TextBox 8">
            <a:extLst>
              <a:ext uri="{FF2B5EF4-FFF2-40B4-BE49-F238E27FC236}">
                <a16:creationId xmlns:a16="http://schemas.microsoft.com/office/drawing/2014/main" id="{BF989375-5096-33B6-120E-6844809363AA}"/>
              </a:ext>
            </a:extLst>
          </p:cNvPr>
          <p:cNvSpPr txBox="1"/>
          <p:nvPr/>
        </p:nvSpPr>
        <p:spPr>
          <a:xfrm>
            <a:off x="892098" y="4599533"/>
            <a:ext cx="6094140" cy="1200329"/>
          </a:xfrm>
          <a:prstGeom prst="rect">
            <a:avLst/>
          </a:prstGeom>
          <a:noFill/>
        </p:spPr>
        <p:txBody>
          <a:bodyPr wrap="square">
            <a:spAutoFit/>
          </a:bodyPr>
          <a:lstStyle/>
          <a:p>
            <a:pPr>
              <a:buNone/>
            </a:pPr>
            <a:r>
              <a:rPr lang="en-US" b="1" dirty="0"/>
              <a:t>Benefits:</a:t>
            </a:r>
            <a:endParaRPr lang="en-US" dirty="0"/>
          </a:p>
          <a:p>
            <a:pPr>
              <a:buFont typeface="Arial" panose="020B0604020202020204" pitchFamily="34" charset="0"/>
              <a:buChar char="•"/>
            </a:pPr>
            <a:r>
              <a:rPr lang="en-US" dirty="0"/>
              <a:t>No shared database</a:t>
            </a:r>
          </a:p>
          <a:p>
            <a:pPr>
              <a:buFont typeface="Arial" panose="020B0604020202020204" pitchFamily="34" charset="0"/>
              <a:buChar char="•"/>
            </a:pPr>
            <a:r>
              <a:rPr lang="en-US" dirty="0"/>
              <a:t>Better data isolation</a:t>
            </a:r>
          </a:p>
          <a:p>
            <a:pPr>
              <a:buFont typeface="Arial" panose="020B0604020202020204" pitchFamily="34" charset="0"/>
              <a:buChar char="•"/>
            </a:pPr>
            <a:r>
              <a:rPr lang="en-US" dirty="0"/>
              <a:t>Independent schema changes</a:t>
            </a:r>
          </a:p>
        </p:txBody>
      </p:sp>
    </p:spTree>
    <p:extLst>
      <p:ext uri="{BB962C8B-B14F-4D97-AF65-F5344CB8AC3E}">
        <p14:creationId xmlns:p14="http://schemas.microsoft.com/office/powerpoint/2010/main" val="32640519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A797CCE-FE0D-D805-508E-DD4936768058}"/>
            </a:ext>
          </a:extLst>
        </p:cNvPr>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FB5993E2-C02B-4335-ABA5-D8EC465551E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6315"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C0B801A2-5622-4BE8-9AD2-C337A2CD00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 name="Title 1">
            <a:extLst>
              <a:ext uri="{FF2B5EF4-FFF2-40B4-BE49-F238E27FC236}">
                <a16:creationId xmlns:a16="http://schemas.microsoft.com/office/drawing/2014/main" id="{06AB01FC-3215-2DBD-5119-E89BC3543C6B}"/>
              </a:ext>
            </a:extLst>
          </p:cNvPr>
          <p:cNvSpPr>
            <a:spLocks noGrp="1"/>
          </p:cNvSpPr>
          <p:nvPr>
            <p:ph type="title"/>
          </p:nvPr>
        </p:nvSpPr>
        <p:spPr>
          <a:xfrm>
            <a:off x="492370" y="516835"/>
            <a:ext cx="3084844" cy="5772840"/>
          </a:xfrm>
        </p:spPr>
        <p:txBody>
          <a:bodyPr anchor="ctr">
            <a:normAutofit/>
          </a:bodyPr>
          <a:lstStyle/>
          <a:p>
            <a:r>
              <a:rPr lang="en-IN" sz="3600">
                <a:solidFill>
                  <a:srgbClr val="FFFFFF"/>
                </a:solidFill>
                <a:latin typeface="Times New Roman" panose="02020603050405020304" pitchFamily="18" charset="0"/>
                <a:cs typeface="Times New Roman" panose="02020603050405020304" pitchFamily="18" charset="0"/>
              </a:rPr>
              <a:t>System Architecture Overview</a:t>
            </a:r>
          </a:p>
        </p:txBody>
      </p:sp>
      <p:sp>
        <p:nvSpPr>
          <p:cNvPr id="15" name="Rectangle 14">
            <a:extLst>
              <a:ext uri="{FF2B5EF4-FFF2-40B4-BE49-F238E27FC236}">
                <a16:creationId xmlns:a16="http://schemas.microsoft.com/office/drawing/2014/main" id="{B7AF614F-5BC3-4086-99F5-B87C5847A07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4" name="Footer Placeholder 3">
            <a:extLst>
              <a:ext uri="{FF2B5EF4-FFF2-40B4-BE49-F238E27FC236}">
                <a16:creationId xmlns:a16="http://schemas.microsoft.com/office/drawing/2014/main" id="{57B14691-F357-F80A-2A19-B92836663130}"/>
              </a:ext>
            </a:extLst>
          </p:cNvPr>
          <p:cNvSpPr>
            <a:spLocks noGrp="1"/>
          </p:cNvSpPr>
          <p:nvPr>
            <p:ph type="ftr" sz="quarter" idx="11"/>
          </p:nvPr>
        </p:nvSpPr>
        <p:spPr>
          <a:xfrm>
            <a:off x="4742017" y="6459785"/>
            <a:ext cx="5105169" cy="365125"/>
          </a:xfrm>
        </p:spPr>
        <p:txBody>
          <a:bodyPr>
            <a:normAutofit/>
          </a:bodyPr>
          <a:lstStyle/>
          <a:p>
            <a:pPr algn="l">
              <a:spcAft>
                <a:spcPts val="600"/>
              </a:spcAft>
            </a:pPr>
            <a:r>
              <a:rPr lang="en-US">
                <a:solidFill>
                  <a:schemeClr val="tx2"/>
                </a:solidFill>
              </a:rPr>
              <a:t>Department of Computer Science and Engineering</a:t>
            </a:r>
            <a:endParaRPr lang="en-IN">
              <a:solidFill>
                <a:schemeClr val="tx2"/>
              </a:solidFill>
            </a:endParaRPr>
          </a:p>
        </p:txBody>
      </p:sp>
      <p:sp>
        <p:nvSpPr>
          <p:cNvPr id="5" name="Slide Number Placeholder 4">
            <a:extLst>
              <a:ext uri="{FF2B5EF4-FFF2-40B4-BE49-F238E27FC236}">
                <a16:creationId xmlns:a16="http://schemas.microsoft.com/office/drawing/2014/main" id="{2480B732-B21B-A174-2937-FE60A92B0A76}"/>
              </a:ext>
            </a:extLst>
          </p:cNvPr>
          <p:cNvSpPr>
            <a:spLocks noGrp="1"/>
          </p:cNvSpPr>
          <p:nvPr>
            <p:ph type="sldNum" sz="quarter" idx="12"/>
          </p:nvPr>
        </p:nvSpPr>
        <p:spPr>
          <a:xfrm>
            <a:off x="10123055" y="6459785"/>
            <a:ext cx="1089428" cy="365125"/>
          </a:xfrm>
        </p:spPr>
        <p:txBody>
          <a:bodyPr>
            <a:normAutofit/>
          </a:bodyPr>
          <a:lstStyle/>
          <a:p>
            <a:pPr>
              <a:spcAft>
                <a:spcPts val="600"/>
              </a:spcAft>
            </a:pPr>
            <a:fld id="{1245FD78-8DE1-44B0-BD44-E067D054697C}" type="slidenum">
              <a:rPr lang="en-IN">
                <a:solidFill>
                  <a:schemeClr val="tx2"/>
                </a:solidFill>
              </a:rPr>
              <a:pPr>
                <a:spcAft>
                  <a:spcPts val="600"/>
                </a:spcAft>
              </a:pPr>
              <a:t>8</a:t>
            </a:fld>
            <a:endParaRPr lang="en-IN">
              <a:solidFill>
                <a:schemeClr val="tx2"/>
              </a:solidFill>
            </a:endParaRPr>
          </a:p>
        </p:txBody>
      </p:sp>
      <p:graphicFrame>
        <p:nvGraphicFramePr>
          <p:cNvPr id="7" name="Content Placeholder 2">
            <a:extLst>
              <a:ext uri="{FF2B5EF4-FFF2-40B4-BE49-F238E27FC236}">
                <a16:creationId xmlns:a16="http://schemas.microsoft.com/office/drawing/2014/main" id="{1405346B-EAC0-9F40-5A1F-F38283A92449}"/>
              </a:ext>
            </a:extLst>
          </p:cNvPr>
          <p:cNvGraphicFramePr>
            <a:graphicFrameLocks noGrp="1"/>
          </p:cNvGraphicFramePr>
          <p:nvPr>
            <p:ph idx="1"/>
            <p:extLst>
              <p:ext uri="{D42A27DB-BD31-4B8C-83A1-F6EECF244321}">
                <p14:modId xmlns:p14="http://schemas.microsoft.com/office/powerpoint/2010/main" val="2479819215"/>
              </p:ext>
            </p:extLst>
          </p:nvPr>
        </p:nvGraphicFramePr>
        <p:xfrm>
          <a:off x="4741863" y="639763"/>
          <a:ext cx="6797675" cy="564991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3928220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8E0414-E219-718A-0547-73E6E739B17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D7FB172-A52C-129E-802F-C700D2EA1D72}"/>
              </a:ext>
            </a:extLst>
          </p:cNvPr>
          <p:cNvSpPr>
            <a:spLocks noGrp="1"/>
          </p:cNvSpPr>
          <p:nvPr>
            <p:ph type="title"/>
          </p:nvPr>
        </p:nvSpPr>
        <p:spPr>
          <a:xfrm>
            <a:off x="1097280" y="286603"/>
            <a:ext cx="10667372" cy="1450757"/>
          </a:xfrm>
        </p:spPr>
        <p:txBody>
          <a:bodyPr>
            <a:normAutofit/>
          </a:bodyPr>
          <a:lstStyle/>
          <a:p>
            <a:r>
              <a:rPr lang="en-IN" sz="4400" dirty="0">
                <a:latin typeface="Times New Roman" panose="02020603050405020304" pitchFamily="18" charset="0"/>
                <a:cs typeface="Times New Roman" panose="02020603050405020304" pitchFamily="18" charset="0"/>
              </a:rPr>
              <a:t>High-level </a:t>
            </a:r>
            <a:r>
              <a:rPr lang="en-IN" sz="4400" dirty="0" err="1">
                <a:latin typeface="Times New Roman" panose="02020603050405020304" pitchFamily="18" charset="0"/>
                <a:cs typeface="Times New Roman" panose="02020603050405020304" pitchFamily="18" charset="0"/>
              </a:rPr>
              <a:t>microservices</a:t>
            </a:r>
            <a:r>
              <a:rPr lang="en-IN" sz="4400" dirty="0">
                <a:latin typeface="Times New Roman" panose="02020603050405020304" pitchFamily="18" charset="0"/>
                <a:cs typeface="Times New Roman" panose="02020603050405020304" pitchFamily="18" charset="0"/>
              </a:rPr>
              <a:t> architecture diagram</a:t>
            </a:r>
          </a:p>
        </p:txBody>
      </p:sp>
      <p:graphicFrame>
        <p:nvGraphicFramePr>
          <p:cNvPr id="7" name="Content Placeholder 2">
            <a:extLst>
              <a:ext uri="{FF2B5EF4-FFF2-40B4-BE49-F238E27FC236}">
                <a16:creationId xmlns:a16="http://schemas.microsoft.com/office/drawing/2014/main" id="{142C77F2-3616-9640-DB70-E6AA724D9EF6}"/>
              </a:ext>
            </a:extLst>
          </p:cNvPr>
          <p:cNvGraphicFramePr>
            <a:graphicFrameLocks noGrp="1"/>
          </p:cNvGraphicFramePr>
          <p:nvPr>
            <p:ph idx="1"/>
          </p:nvPr>
        </p:nvGraphicFramePr>
        <p:xfrm>
          <a:off x="1097280" y="1845734"/>
          <a:ext cx="10058400" cy="402336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Footer Placeholder 3">
            <a:extLst>
              <a:ext uri="{FF2B5EF4-FFF2-40B4-BE49-F238E27FC236}">
                <a16:creationId xmlns:a16="http://schemas.microsoft.com/office/drawing/2014/main" id="{E15EA590-BDE9-21FD-B078-E0DC05386CCA}"/>
              </a:ext>
            </a:extLst>
          </p:cNvPr>
          <p:cNvSpPr>
            <a:spLocks noGrp="1"/>
          </p:cNvSpPr>
          <p:nvPr>
            <p:ph type="ftr" sz="quarter" idx="11"/>
          </p:nvPr>
        </p:nvSpPr>
        <p:spPr/>
        <p:txBody>
          <a:bodyPr/>
          <a:lstStyle/>
          <a:p>
            <a:r>
              <a:rPr lang="en-US"/>
              <a:t>Department of Computer Science and Engineering</a:t>
            </a:r>
            <a:endParaRPr lang="en-IN"/>
          </a:p>
        </p:txBody>
      </p:sp>
      <p:sp>
        <p:nvSpPr>
          <p:cNvPr id="5" name="Slide Number Placeholder 4">
            <a:extLst>
              <a:ext uri="{FF2B5EF4-FFF2-40B4-BE49-F238E27FC236}">
                <a16:creationId xmlns:a16="http://schemas.microsoft.com/office/drawing/2014/main" id="{1045833A-8093-CDDD-CB80-B957B89A83EA}"/>
              </a:ext>
            </a:extLst>
          </p:cNvPr>
          <p:cNvSpPr>
            <a:spLocks noGrp="1"/>
          </p:cNvSpPr>
          <p:nvPr>
            <p:ph type="sldNum" sz="quarter" idx="12"/>
          </p:nvPr>
        </p:nvSpPr>
        <p:spPr/>
        <p:txBody>
          <a:bodyPr/>
          <a:lstStyle/>
          <a:p>
            <a:fld id="{1245FD78-8DE1-44B0-BD44-E067D054697C}" type="slidenum">
              <a:rPr lang="en-IN" smtClean="0"/>
              <a:pPr/>
              <a:t>9</a:t>
            </a:fld>
            <a:endParaRPr lang="en-IN"/>
          </a:p>
        </p:txBody>
      </p:sp>
    </p:spTree>
    <p:extLst>
      <p:ext uri="{BB962C8B-B14F-4D97-AF65-F5344CB8AC3E}">
        <p14:creationId xmlns:p14="http://schemas.microsoft.com/office/powerpoint/2010/main" val="362153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5771951-CA9C-141B-5913-056B56D24403}"/>
            </a:ext>
          </a:extLst>
        </p:cNvPr>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44CC594A-A820-450F-B363-C19201FCFE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6315"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59FAB3DA-E9ED-4574-ABCC-378BC0FF1B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 name="Title 1">
            <a:extLst>
              <a:ext uri="{FF2B5EF4-FFF2-40B4-BE49-F238E27FC236}">
                <a16:creationId xmlns:a16="http://schemas.microsoft.com/office/drawing/2014/main" id="{7C22E583-94F8-EA6A-64D7-0BA6EA2B8DB5}"/>
              </a:ext>
            </a:extLst>
          </p:cNvPr>
          <p:cNvSpPr>
            <a:spLocks noGrp="1"/>
          </p:cNvSpPr>
          <p:nvPr>
            <p:ph type="title"/>
          </p:nvPr>
        </p:nvSpPr>
        <p:spPr>
          <a:xfrm>
            <a:off x="492370" y="516835"/>
            <a:ext cx="3084844" cy="2103875"/>
          </a:xfrm>
        </p:spPr>
        <p:txBody>
          <a:bodyPr>
            <a:normAutofit/>
          </a:bodyPr>
          <a:lstStyle/>
          <a:p>
            <a:r>
              <a:rPr lang="en-IN" sz="3600" dirty="0">
                <a:solidFill>
                  <a:srgbClr val="FFFFFF"/>
                </a:solidFill>
                <a:latin typeface="Times New Roman" panose="02020603050405020304" pitchFamily="18" charset="0"/>
                <a:cs typeface="Times New Roman" panose="02020603050405020304" pitchFamily="18" charset="0"/>
              </a:rPr>
              <a:t>High-level microservices architecture diagram</a:t>
            </a:r>
          </a:p>
        </p:txBody>
      </p:sp>
      <p:sp>
        <p:nvSpPr>
          <p:cNvPr id="20" name="Rectangle 19">
            <a:extLst>
              <a:ext uri="{FF2B5EF4-FFF2-40B4-BE49-F238E27FC236}">
                <a16:creationId xmlns:a16="http://schemas.microsoft.com/office/drawing/2014/main" id="{53B8D6B0-55D6-48DC-86D8-FD95D5F118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pic>
        <p:nvPicPr>
          <p:cNvPr id="9" name="Content Placeholder 8" descr="A diagram of a bank management system&#10;&#10;AI-generated content may be incorrect.">
            <a:extLst>
              <a:ext uri="{FF2B5EF4-FFF2-40B4-BE49-F238E27FC236}">
                <a16:creationId xmlns:a16="http://schemas.microsoft.com/office/drawing/2014/main" id="{EB45D77F-4DA1-AD36-5C3C-606C3AA754E1}"/>
              </a:ext>
            </a:extLst>
          </p:cNvPr>
          <p:cNvPicPr>
            <a:picLocks noChangeAspect="1"/>
          </p:cNvPicPr>
          <p:nvPr/>
        </p:nvPicPr>
        <p:blipFill>
          <a:blip r:embed="rId2"/>
          <a:stretch>
            <a:fillRect/>
          </a:stretch>
        </p:blipFill>
        <p:spPr>
          <a:xfrm>
            <a:off x="4513664" y="33090"/>
            <a:ext cx="7365283" cy="6702247"/>
          </a:xfrm>
          <a:prstGeom prst="rect">
            <a:avLst/>
          </a:prstGeom>
        </p:spPr>
      </p:pic>
      <p:sp>
        <p:nvSpPr>
          <p:cNvPr id="4" name="Footer Placeholder 3">
            <a:extLst>
              <a:ext uri="{FF2B5EF4-FFF2-40B4-BE49-F238E27FC236}">
                <a16:creationId xmlns:a16="http://schemas.microsoft.com/office/drawing/2014/main" id="{30614668-807F-295E-3D97-D65E7D485926}"/>
              </a:ext>
            </a:extLst>
          </p:cNvPr>
          <p:cNvSpPr>
            <a:spLocks noGrp="1"/>
          </p:cNvSpPr>
          <p:nvPr>
            <p:ph type="ftr" sz="quarter" idx="11"/>
          </p:nvPr>
        </p:nvSpPr>
        <p:spPr>
          <a:xfrm>
            <a:off x="1089175" y="6459785"/>
            <a:ext cx="3757243" cy="365125"/>
          </a:xfrm>
        </p:spPr>
        <p:txBody>
          <a:bodyPr>
            <a:normAutofit/>
          </a:bodyPr>
          <a:lstStyle/>
          <a:p>
            <a:pPr algn="l">
              <a:spcAft>
                <a:spcPts val="600"/>
              </a:spcAft>
            </a:pPr>
            <a:r>
              <a:rPr lang="en-US"/>
              <a:t>Department of Computer Science and Engineering</a:t>
            </a:r>
            <a:endParaRPr lang="en-IN"/>
          </a:p>
        </p:txBody>
      </p:sp>
      <p:sp>
        <p:nvSpPr>
          <p:cNvPr id="5" name="Slide Number Placeholder 4">
            <a:extLst>
              <a:ext uri="{FF2B5EF4-FFF2-40B4-BE49-F238E27FC236}">
                <a16:creationId xmlns:a16="http://schemas.microsoft.com/office/drawing/2014/main" id="{19116549-5EFE-79FC-4F0A-D8AFF3B0BCC1}"/>
              </a:ext>
            </a:extLst>
          </p:cNvPr>
          <p:cNvSpPr>
            <a:spLocks noGrp="1"/>
          </p:cNvSpPr>
          <p:nvPr>
            <p:ph type="sldNum" sz="quarter" idx="12"/>
          </p:nvPr>
        </p:nvSpPr>
        <p:spPr>
          <a:xfrm>
            <a:off x="9900458" y="6459785"/>
            <a:ext cx="1312025" cy="365125"/>
          </a:xfrm>
        </p:spPr>
        <p:txBody>
          <a:bodyPr>
            <a:normAutofit/>
          </a:bodyPr>
          <a:lstStyle/>
          <a:p>
            <a:pPr>
              <a:spcAft>
                <a:spcPts val="600"/>
              </a:spcAft>
            </a:pPr>
            <a:fld id="{1245FD78-8DE1-44B0-BD44-E067D054697C}" type="slidenum">
              <a:rPr lang="en-IN" smtClean="0">
                <a:solidFill>
                  <a:schemeClr val="tx2"/>
                </a:solidFill>
              </a:rPr>
              <a:pPr>
                <a:spcAft>
                  <a:spcPts val="600"/>
                </a:spcAft>
              </a:pPr>
              <a:t>10</a:t>
            </a:fld>
            <a:endParaRPr lang="en-IN">
              <a:solidFill>
                <a:schemeClr val="tx2"/>
              </a:solidFill>
            </a:endParaRPr>
          </a:p>
        </p:txBody>
      </p:sp>
    </p:spTree>
    <p:extLst>
      <p:ext uri="{BB962C8B-B14F-4D97-AF65-F5344CB8AC3E}">
        <p14:creationId xmlns:p14="http://schemas.microsoft.com/office/powerpoint/2010/main" val="30617595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54B5BC-2A55-F6AB-C85B-569A8F6FD2D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C33040-281F-4BC1-023D-A7F8A462035A}"/>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Interaction between services</a:t>
            </a:r>
          </a:p>
        </p:txBody>
      </p:sp>
      <p:graphicFrame>
        <p:nvGraphicFramePr>
          <p:cNvPr id="7" name="Content Placeholder 2">
            <a:extLst>
              <a:ext uri="{FF2B5EF4-FFF2-40B4-BE49-F238E27FC236}">
                <a16:creationId xmlns:a16="http://schemas.microsoft.com/office/drawing/2014/main" id="{28F7FDFF-7728-AD50-00F2-B233CBE754CF}"/>
              </a:ext>
            </a:extLst>
          </p:cNvPr>
          <p:cNvGraphicFramePr>
            <a:graphicFrameLocks noGrp="1"/>
          </p:cNvGraphicFramePr>
          <p:nvPr>
            <p:ph idx="1"/>
          </p:nvPr>
        </p:nvGraphicFramePr>
        <p:xfrm>
          <a:off x="1097280" y="1845734"/>
          <a:ext cx="10058400" cy="402336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Footer Placeholder 3">
            <a:extLst>
              <a:ext uri="{FF2B5EF4-FFF2-40B4-BE49-F238E27FC236}">
                <a16:creationId xmlns:a16="http://schemas.microsoft.com/office/drawing/2014/main" id="{7B02F836-4BCB-084B-609F-3058795AD305}"/>
              </a:ext>
            </a:extLst>
          </p:cNvPr>
          <p:cNvSpPr>
            <a:spLocks noGrp="1"/>
          </p:cNvSpPr>
          <p:nvPr>
            <p:ph type="ftr" sz="quarter" idx="11"/>
          </p:nvPr>
        </p:nvSpPr>
        <p:spPr/>
        <p:txBody>
          <a:bodyPr/>
          <a:lstStyle/>
          <a:p>
            <a:r>
              <a:rPr lang="en-US"/>
              <a:t>Department of Computer Science and Engineering</a:t>
            </a:r>
            <a:endParaRPr lang="en-IN"/>
          </a:p>
        </p:txBody>
      </p:sp>
      <p:sp>
        <p:nvSpPr>
          <p:cNvPr id="5" name="Slide Number Placeholder 4">
            <a:extLst>
              <a:ext uri="{FF2B5EF4-FFF2-40B4-BE49-F238E27FC236}">
                <a16:creationId xmlns:a16="http://schemas.microsoft.com/office/drawing/2014/main" id="{80C515F8-C116-C81F-6BC9-FA517ECA7670}"/>
              </a:ext>
            </a:extLst>
          </p:cNvPr>
          <p:cNvSpPr>
            <a:spLocks noGrp="1"/>
          </p:cNvSpPr>
          <p:nvPr>
            <p:ph type="sldNum" sz="quarter" idx="12"/>
          </p:nvPr>
        </p:nvSpPr>
        <p:spPr/>
        <p:txBody>
          <a:bodyPr/>
          <a:lstStyle/>
          <a:p>
            <a:fld id="{1245FD78-8DE1-44B0-BD44-E067D054697C}" type="slidenum">
              <a:rPr lang="en-IN" smtClean="0"/>
              <a:pPr/>
              <a:t>11</a:t>
            </a:fld>
            <a:endParaRPr lang="en-IN"/>
          </a:p>
        </p:txBody>
      </p:sp>
    </p:spTree>
    <p:extLst>
      <p:ext uri="{BB962C8B-B14F-4D97-AF65-F5344CB8AC3E}">
        <p14:creationId xmlns:p14="http://schemas.microsoft.com/office/powerpoint/2010/main" val="22413535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819FB4-049B-5341-E370-DF866959156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CD6745B-0E4B-5EE1-1B23-FBD624A286C6}"/>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Service Discovery &amp; Configuration </a:t>
            </a:r>
          </a:p>
        </p:txBody>
      </p:sp>
      <p:sp>
        <p:nvSpPr>
          <p:cNvPr id="3" name="Content Placeholder 2">
            <a:extLst>
              <a:ext uri="{FF2B5EF4-FFF2-40B4-BE49-F238E27FC236}">
                <a16:creationId xmlns:a16="http://schemas.microsoft.com/office/drawing/2014/main" id="{C8DACE32-5969-1322-4A1B-C2D2C2E660E3}"/>
              </a:ext>
            </a:extLst>
          </p:cNvPr>
          <p:cNvSpPr>
            <a:spLocks noGrp="1"/>
          </p:cNvSpPr>
          <p:nvPr>
            <p:ph idx="1"/>
          </p:nvPr>
        </p:nvSpPr>
        <p:spPr/>
        <p:txBody>
          <a:bodyPr/>
          <a:lstStyle/>
          <a:p>
            <a:r>
              <a:rPr lang="en-IN" b="1" dirty="0"/>
              <a:t>Service Discovery:</a:t>
            </a:r>
          </a:p>
          <a:p>
            <a:endParaRPr lang="en-IN" dirty="0"/>
          </a:p>
          <a:p>
            <a:endParaRPr lang="en-IN" dirty="0"/>
          </a:p>
          <a:p>
            <a:endParaRPr lang="en-IN" dirty="0"/>
          </a:p>
          <a:p>
            <a:r>
              <a:rPr lang="en-IN" b="1" dirty="0"/>
              <a:t>Configuration Approach:</a:t>
            </a:r>
          </a:p>
          <a:p>
            <a:pPr>
              <a:buFont typeface="Wingdings" panose="05000000000000000000" pitchFamily="2" charset="2"/>
              <a:buChar char="§"/>
            </a:pPr>
            <a:r>
              <a:rPr lang="en-US" dirty="0"/>
              <a:t>Each microservice has a separate </a:t>
            </a:r>
            <a:r>
              <a:rPr lang="en-US" dirty="0" err="1"/>
              <a:t>application.yml</a:t>
            </a:r>
            <a:r>
              <a:rPr lang="en-US" dirty="0"/>
              <a:t> file.</a:t>
            </a:r>
          </a:p>
          <a:p>
            <a:pPr>
              <a:buFont typeface="Wingdings" panose="05000000000000000000" pitchFamily="2" charset="2"/>
              <a:buChar char="§"/>
            </a:pPr>
            <a:r>
              <a:rPr lang="en-US" dirty="0"/>
              <a:t>Services use a shared JWT secret and dynamic service URLs.</a:t>
            </a:r>
            <a:endParaRPr lang="en-IN" dirty="0"/>
          </a:p>
        </p:txBody>
      </p:sp>
      <p:sp>
        <p:nvSpPr>
          <p:cNvPr id="4" name="Footer Placeholder 3">
            <a:extLst>
              <a:ext uri="{FF2B5EF4-FFF2-40B4-BE49-F238E27FC236}">
                <a16:creationId xmlns:a16="http://schemas.microsoft.com/office/drawing/2014/main" id="{BFF5C24F-8885-B3B3-75FC-61C9304FFBE6}"/>
              </a:ext>
            </a:extLst>
          </p:cNvPr>
          <p:cNvSpPr>
            <a:spLocks noGrp="1"/>
          </p:cNvSpPr>
          <p:nvPr>
            <p:ph type="ftr" sz="quarter" idx="11"/>
          </p:nvPr>
        </p:nvSpPr>
        <p:spPr/>
        <p:txBody>
          <a:bodyPr/>
          <a:lstStyle/>
          <a:p>
            <a:r>
              <a:rPr lang="en-US"/>
              <a:t>Department of Computer Science and Engineering</a:t>
            </a:r>
            <a:endParaRPr lang="en-IN"/>
          </a:p>
        </p:txBody>
      </p:sp>
      <p:sp>
        <p:nvSpPr>
          <p:cNvPr id="5" name="Slide Number Placeholder 4">
            <a:extLst>
              <a:ext uri="{FF2B5EF4-FFF2-40B4-BE49-F238E27FC236}">
                <a16:creationId xmlns:a16="http://schemas.microsoft.com/office/drawing/2014/main" id="{525D74B8-C1D9-5257-6BBE-B08231763701}"/>
              </a:ext>
            </a:extLst>
          </p:cNvPr>
          <p:cNvSpPr>
            <a:spLocks noGrp="1"/>
          </p:cNvSpPr>
          <p:nvPr>
            <p:ph type="sldNum" sz="quarter" idx="12"/>
          </p:nvPr>
        </p:nvSpPr>
        <p:spPr/>
        <p:txBody>
          <a:bodyPr/>
          <a:lstStyle/>
          <a:p>
            <a:fld id="{1245FD78-8DE1-44B0-BD44-E067D054697C}" type="slidenum">
              <a:rPr lang="en-IN" smtClean="0"/>
              <a:pPr/>
              <a:t>12</a:t>
            </a:fld>
            <a:endParaRPr lang="en-IN"/>
          </a:p>
        </p:txBody>
      </p:sp>
      <p:sp>
        <p:nvSpPr>
          <p:cNvPr id="8" name="Rectangle 3">
            <a:extLst>
              <a:ext uri="{FF2B5EF4-FFF2-40B4-BE49-F238E27FC236}">
                <a16:creationId xmlns:a16="http://schemas.microsoft.com/office/drawing/2014/main" id="{ABD18F89-6A57-1371-D3A5-EB84C2A372BA}"/>
              </a:ext>
            </a:extLst>
          </p:cNvPr>
          <p:cNvSpPr>
            <a:spLocks noChangeArrowheads="1"/>
          </p:cNvSpPr>
          <p:nvPr/>
        </p:nvSpPr>
        <p:spPr bwMode="auto">
          <a:xfrm rot="10800000" flipV="1">
            <a:off x="1036320" y="2189552"/>
            <a:ext cx="13563600"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Uses Netflix Eureka Server for service registration.</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API Gateway uses Eureka to discover and route services.</a:t>
            </a:r>
          </a:p>
        </p:txBody>
      </p:sp>
    </p:spTree>
    <p:extLst>
      <p:ext uri="{BB962C8B-B14F-4D97-AF65-F5344CB8AC3E}">
        <p14:creationId xmlns:p14="http://schemas.microsoft.com/office/powerpoint/2010/main" val="32507396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480517E-120A-3493-569C-81A9B7389068}"/>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741B58E-3B65-4A01-A276-975AB2CF8A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6315"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AAC67C3-831B-4AB1-A259-DFB839CAFA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 name="Title 1">
            <a:extLst>
              <a:ext uri="{FF2B5EF4-FFF2-40B4-BE49-F238E27FC236}">
                <a16:creationId xmlns:a16="http://schemas.microsoft.com/office/drawing/2014/main" id="{31976C62-B5ED-A403-1D58-F11C4225B32A}"/>
              </a:ext>
            </a:extLst>
          </p:cNvPr>
          <p:cNvSpPr>
            <a:spLocks noGrp="1"/>
          </p:cNvSpPr>
          <p:nvPr>
            <p:ph type="title"/>
          </p:nvPr>
        </p:nvSpPr>
        <p:spPr>
          <a:xfrm>
            <a:off x="492370" y="605896"/>
            <a:ext cx="3084844" cy="5646208"/>
          </a:xfrm>
        </p:spPr>
        <p:txBody>
          <a:bodyPr anchor="ctr">
            <a:normAutofit/>
          </a:bodyPr>
          <a:lstStyle/>
          <a:p>
            <a:r>
              <a:rPr lang="en-IN" sz="3600">
                <a:solidFill>
                  <a:srgbClr val="FFFFFF"/>
                </a:solidFill>
                <a:latin typeface="Times New Roman" panose="02020603050405020304" pitchFamily="18" charset="0"/>
                <a:cs typeface="Times New Roman" panose="02020603050405020304" pitchFamily="18" charset="0"/>
              </a:rPr>
              <a:t>API Gateway</a:t>
            </a:r>
          </a:p>
        </p:txBody>
      </p:sp>
      <p:sp>
        <p:nvSpPr>
          <p:cNvPr id="14" name="Rectangle 13">
            <a:extLst>
              <a:ext uri="{FF2B5EF4-FFF2-40B4-BE49-F238E27FC236}">
                <a16:creationId xmlns:a16="http://schemas.microsoft.com/office/drawing/2014/main" id="{054B3F04-9EAC-45C0-B3CE-0387EEA10A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3" name="Content Placeholder 2">
            <a:extLst>
              <a:ext uri="{FF2B5EF4-FFF2-40B4-BE49-F238E27FC236}">
                <a16:creationId xmlns:a16="http://schemas.microsoft.com/office/drawing/2014/main" id="{EF0B7FD3-12E6-DD53-C955-28774DFE349C}"/>
              </a:ext>
            </a:extLst>
          </p:cNvPr>
          <p:cNvSpPr>
            <a:spLocks noGrp="1"/>
          </p:cNvSpPr>
          <p:nvPr>
            <p:ph idx="1"/>
          </p:nvPr>
        </p:nvSpPr>
        <p:spPr>
          <a:xfrm>
            <a:off x="4742016" y="605896"/>
            <a:ext cx="6413663" cy="5646208"/>
          </a:xfrm>
        </p:spPr>
        <p:txBody>
          <a:bodyPr anchor="ctr">
            <a:normAutofit lnSpcReduction="10000"/>
          </a:bodyPr>
          <a:lstStyle/>
          <a:p>
            <a:r>
              <a:rPr lang="en-US" sz="1900" b="1" dirty="0"/>
              <a:t>Role of API Gateway </a:t>
            </a:r>
          </a:p>
          <a:p>
            <a:pPr>
              <a:buFont typeface="Wingdings" panose="05000000000000000000" pitchFamily="2" charset="2"/>
              <a:buChar char="Ø"/>
            </a:pPr>
            <a:r>
              <a:rPr lang="en-US" sz="1900" b="1" dirty="0"/>
              <a:t>Single entry point:</a:t>
            </a:r>
            <a:r>
              <a:rPr lang="en-US" sz="1900" dirty="0"/>
              <a:t> Acts as the only access point for all client requests.</a:t>
            </a:r>
          </a:p>
          <a:p>
            <a:pPr>
              <a:buFont typeface="Wingdings" panose="05000000000000000000" pitchFamily="2" charset="2"/>
              <a:buChar char="Ø"/>
            </a:pPr>
            <a:r>
              <a:rPr lang="en-US" sz="1900" b="1" dirty="0"/>
              <a:t>Routes requests to services:</a:t>
            </a:r>
            <a:r>
              <a:rPr lang="en-US" sz="1900" dirty="0"/>
              <a:t> Directs incoming requests to the correct microservice.</a:t>
            </a:r>
          </a:p>
          <a:p>
            <a:pPr>
              <a:buFont typeface="Wingdings" panose="05000000000000000000" pitchFamily="2" charset="2"/>
              <a:buChar char="Ø"/>
            </a:pPr>
            <a:r>
              <a:rPr lang="en-US" sz="1900" b="1" dirty="0"/>
              <a:t>Load balancing using Eureka:</a:t>
            </a:r>
            <a:r>
              <a:rPr lang="en-US" sz="1900" dirty="0"/>
              <a:t> Distributes requests across available service instances.</a:t>
            </a:r>
          </a:p>
          <a:p>
            <a:pPr>
              <a:buFont typeface="Wingdings" panose="05000000000000000000" pitchFamily="2" charset="2"/>
              <a:buChar char="Ø"/>
            </a:pPr>
            <a:r>
              <a:rPr lang="en-US" sz="1900" b="1" dirty="0"/>
              <a:t>CORS handling:</a:t>
            </a:r>
            <a:r>
              <a:rPr lang="en-US" sz="1900" dirty="0"/>
              <a:t> Manages cross-origin requests centrally.</a:t>
            </a:r>
          </a:p>
          <a:p>
            <a:pPr>
              <a:buFont typeface="Wingdings" panose="05000000000000000000" pitchFamily="2" charset="2"/>
              <a:buChar char="Ø"/>
            </a:pPr>
            <a:endParaRPr lang="en-US" sz="1900" dirty="0"/>
          </a:p>
          <a:p>
            <a:r>
              <a:rPr lang="en-US" sz="1900" b="1" dirty="0"/>
              <a:t>Benefits </a:t>
            </a:r>
          </a:p>
          <a:p>
            <a:pPr>
              <a:buFont typeface="Wingdings" panose="05000000000000000000" pitchFamily="2" charset="2"/>
              <a:buChar char="Ø"/>
            </a:pPr>
            <a:r>
              <a:rPr lang="en-US" sz="1900" b="1" dirty="0"/>
              <a:t>Frontend uses only one URL:</a:t>
            </a:r>
            <a:r>
              <a:rPr lang="en-US" sz="1900" dirty="0"/>
              <a:t> Clients interact with a single endpoint instead of multiple services.</a:t>
            </a:r>
          </a:p>
          <a:p>
            <a:pPr>
              <a:buFont typeface="Wingdings" panose="05000000000000000000" pitchFamily="2" charset="2"/>
              <a:buChar char="Ø"/>
            </a:pPr>
            <a:r>
              <a:rPr lang="en-US" sz="1900" b="1" dirty="0"/>
              <a:t>Centralized security &amp; routing:</a:t>
            </a:r>
            <a:r>
              <a:rPr lang="en-US" sz="1900" dirty="0"/>
              <a:t> Security checks and routing logic are handled in one place.</a:t>
            </a:r>
          </a:p>
          <a:p>
            <a:pPr>
              <a:buFont typeface="Wingdings" panose="05000000000000000000" pitchFamily="2" charset="2"/>
              <a:buChar char="Ø"/>
            </a:pPr>
            <a:r>
              <a:rPr lang="en-US" sz="1900" b="1" dirty="0"/>
              <a:t>Simplified client communication:</a:t>
            </a:r>
            <a:r>
              <a:rPr lang="en-US" sz="1900" dirty="0"/>
              <a:t> Reduces complexity by hiding internal service details from clients.</a:t>
            </a:r>
          </a:p>
          <a:p>
            <a:endParaRPr lang="en-IN" sz="1900" dirty="0"/>
          </a:p>
        </p:txBody>
      </p:sp>
      <p:sp>
        <p:nvSpPr>
          <p:cNvPr id="4" name="Footer Placeholder 3">
            <a:extLst>
              <a:ext uri="{FF2B5EF4-FFF2-40B4-BE49-F238E27FC236}">
                <a16:creationId xmlns:a16="http://schemas.microsoft.com/office/drawing/2014/main" id="{A46ABCEE-28AB-D1AD-84E1-FF1FD3CFAA88}"/>
              </a:ext>
            </a:extLst>
          </p:cNvPr>
          <p:cNvSpPr>
            <a:spLocks noGrp="1"/>
          </p:cNvSpPr>
          <p:nvPr>
            <p:ph type="ftr" sz="quarter" idx="11"/>
          </p:nvPr>
        </p:nvSpPr>
        <p:spPr>
          <a:xfrm>
            <a:off x="4742017" y="6459785"/>
            <a:ext cx="5105169" cy="365125"/>
          </a:xfrm>
        </p:spPr>
        <p:txBody>
          <a:bodyPr>
            <a:normAutofit/>
          </a:bodyPr>
          <a:lstStyle/>
          <a:p>
            <a:pPr algn="l">
              <a:spcAft>
                <a:spcPts val="600"/>
              </a:spcAft>
            </a:pPr>
            <a:r>
              <a:rPr lang="en-US">
                <a:solidFill>
                  <a:schemeClr val="tx2"/>
                </a:solidFill>
              </a:rPr>
              <a:t>Department of Computer Science and Engineering</a:t>
            </a:r>
            <a:endParaRPr lang="en-IN">
              <a:solidFill>
                <a:schemeClr val="tx2"/>
              </a:solidFill>
            </a:endParaRPr>
          </a:p>
        </p:txBody>
      </p:sp>
      <p:sp>
        <p:nvSpPr>
          <p:cNvPr id="5" name="Slide Number Placeholder 4">
            <a:extLst>
              <a:ext uri="{FF2B5EF4-FFF2-40B4-BE49-F238E27FC236}">
                <a16:creationId xmlns:a16="http://schemas.microsoft.com/office/drawing/2014/main" id="{8D913FF1-8279-1C6A-4831-2C9B4328851C}"/>
              </a:ext>
            </a:extLst>
          </p:cNvPr>
          <p:cNvSpPr>
            <a:spLocks noGrp="1"/>
          </p:cNvSpPr>
          <p:nvPr>
            <p:ph type="sldNum" sz="quarter" idx="12"/>
          </p:nvPr>
        </p:nvSpPr>
        <p:spPr>
          <a:xfrm>
            <a:off x="10123055" y="6459785"/>
            <a:ext cx="1089428" cy="365125"/>
          </a:xfrm>
        </p:spPr>
        <p:txBody>
          <a:bodyPr>
            <a:normAutofit/>
          </a:bodyPr>
          <a:lstStyle/>
          <a:p>
            <a:pPr>
              <a:spcAft>
                <a:spcPts val="600"/>
              </a:spcAft>
            </a:pPr>
            <a:fld id="{1245FD78-8DE1-44B0-BD44-E067D054697C}" type="slidenum">
              <a:rPr lang="en-IN">
                <a:solidFill>
                  <a:schemeClr val="tx2"/>
                </a:solidFill>
              </a:rPr>
              <a:pPr>
                <a:spcAft>
                  <a:spcPts val="600"/>
                </a:spcAft>
              </a:pPr>
              <a:t>13</a:t>
            </a:fld>
            <a:endParaRPr lang="en-IN">
              <a:solidFill>
                <a:schemeClr val="tx2"/>
              </a:solidFill>
            </a:endParaRPr>
          </a:p>
        </p:txBody>
      </p:sp>
    </p:spTree>
    <p:extLst>
      <p:ext uri="{BB962C8B-B14F-4D97-AF65-F5344CB8AC3E}">
        <p14:creationId xmlns:p14="http://schemas.microsoft.com/office/powerpoint/2010/main" val="20235600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80517E-120A-3493-569C-81A9B738906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1976C62-B5ED-A403-1D58-F11C4225B32A}"/>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Design challenges</a:t>
            </a:r>
          </a:p>
        </p:txBody>
      </p:sp>
      <p:graphicFrame>
        <p:nvGraphicFramePr>
          <p:cNvPr id="6" name="Content Placeholder 5">
            <a:extLst>
              <a:ext uri="{FF2B5EF4-FFF2-40B4-BE49-F238E27FC236}">
                <a16:creationId xmlns:a16="http://schemas.microsoft.com/office/drawing/2014/main" id="{988DA0ED-04D1-57E6-6BF8-EBEE1337BABE}"/>
              </a:ext>
            </a:extLst>
          </p:cNvPr>
          <p:cNvGraphicFramePr>
            <a:graphicFrameLocks noGrp="1"/>
          </p:cNvGraphicFramePr>
          <p:nvPr>
            <p:ph idx="1"/>
            <p:extLst>
              <p:ext uri="{D42A27DB-BD31-4B8C-83A1-F6EECF244321}">
                <p14:modId xmlns:p14="http://schemas.microsoft.com/office/powerpoint/2010/main" val="2420333184"/>
              </p:ext>
            </p:extLst>
          </p:nvPr>
        </p:nvGraphicFramePr>
        <p:xfrm>
          <a:off x="1096963" y="2079321"/>
          <a:ext cx="9149328" cy="3745280"/>
        </p:xfrm>
        <a:graphic>
          <a:graphicData uri="http://schemas.openxmlformats.org/drawingml/2006/table">
            <a:tbl>
              <a:tblPr/>
              <a:tblGrid>
                <a:gridCol w="3049776">
                  <a:extLst>
                    <a:ext uri="{9D8B030D-6E8A-4147-A177-3AD203B41FA5}">
                      <a16:colId xmlns:a16="http://schemas.microsoft.com/office/drawing/2014/main" val="1514275407"/>
                    </a:ext>
                  </a:extLst>
                </a:gridCol>
                <a:gridCol w="3049776">
                  <a:extLst>
                    <a:ext uri="{9D8B030D-6E8A-4147-A177-3AD203B41FA5}">
                      <a16:colId xmlns:a16="http://schemas.microsoft.com/office/drawing/2014/main" val="1155531445"/>
                    </a:ext>
                  </a:extLst>
                </a:gridCol>
                <a:gridCol w="3049776">
                  <a:extLst>
                    <a:ext uri="{9D8B030D-6E8A-4147-A177-3AD203B41FA5}">
                      <a16:colId xmlns:a16="http://schemas.microsoft.com/office/drawing/2014/main" val="2426359721"/>
                    </a:ext>
                  </a:extLst>
                </a:gridCol>
              </a:tblGrid>
              <a:tr h="749056">
                <a:tc>
                  <a:txBody>
                    <a:bodyPr/>
                    <a:lstStyle/>
                    <a:p>
                      <a:pPr>
                        <a:buNone/>
                      </a:pPr>
                      <a:r>
                        <a:rPr lang="en-IN"/>
                        <a:t>Challenge</a:t>
                      </a:r>
                    </a:p>
                  </a:txBody>
                  <a:tcPr anchor="ctr">
                    <a:lnL>
                      <a:noFill/>
                    </a:lnL>
                    <a:lnR>
                      <a:noFill/>
                    </a:lnR>
                    <a:lnT>
                      <a:noFill/>
                    </a:lnT>
                    <a:lnB>
                      <a:noFill/>
                    </a:lnB>
                    <a:noFill/>
                  </a:tcPr>
                </a:tc>
                <a:tc>
                  <a:txBody>
                    <a:bodyPr/>
                    <a:lstStyle/>
                    <a:p>
                      <a:pPr>
                        <a:buNone/>
                      </a:pPr>
                      <a:r>
                        <a:rPr lang="en-IN"/>
                        <a:t>Description</a:t>
                      </a:r>
                    </a:p>
                  </a:txBody>
                  <a:tcPr anchor="ctr">
                    <a:lnL>
                      <a:noFill/>
                    </a:lnL>
                    <a:lnR>
                      <a:noFill/>
                    </a:lnR>
                    <a:lnT>
                      <a:noFill/>
                    </a:lnT>
                    <a:lnB>
                      <a:noFill/>
                    </a:lnB>
                    <a:noFill/>
                  </a:tcPr>
                </a:tc>
                <a:tc>
                  <a:txBody>
                    <a:bodyPr/>
                    <a:lstStyle/>
                    <a:p>
                      <a:pPr>
                        <a:buNone/>
                      </a:pPr>
                      <a:r>
                        <a:rPr lang="en-IN"/>
                        <a:t>Solution</a:t>
                      </a:r>
                    </a:p>
                  </a:txBody>
                  <a:tcPr anchor="ctr">
                    <a:lnL>
                      <a:noFill/>
                    </a:lnL>
                    <a:lnR>
                      <a:noFill/>
                    </a:lnR>
                    <a:lnT>
                      <a:noFill/>
                    </a:lnT>
                    <a:lnB>
                      <a:noFill/>
                    </a:lnB>
                    <a:noFill/>
                  </a:tcPr>
                </a:tc>
                <a:extLst>
                  <a:ext uri="{0D108BD9-81ED-4DB2-BD59-A6C34878D82A}">
                    <a16:rowId xmlns:a16="http://schemas.microsoft.com/office/drawing/2014/main" val="3728318675"/>
                  </a:ext>
                </a:extLst>
              </a:tr>
              <a:tr h="749056">
                <a:tc>
                  <a:txBody>
                    <a:bodyPr/>
                    <a:lstStyle/>
                    <a:p>
                      <a:pPr>
                        <a:buNone/>
                      </a:pPr>
                      <a:r>
                        <a:rPr lang="en-IN"/>
                        <a:t>Data Consistency</a:t>
                      </a:r>
                    </a:p>
                  </a:txBody>
                  <a:tcPr anchor="ctr">
                    <a:lnL>
                      <a:noFill/>
                    </a:lnL>
                    <a:lnR>
                      <a:noFill/>
                    </a:lnR>
                    <a:lnT>
                      <a:noFill/>
                    </a:lnT>
                    <a:lnB>
                      <a:noFill/>
                    </a:lnB>
                    <a:noFill/>
                  </a:tcPr>
                </a:tc>
                <a:tc>
                  <a:txBody>
                    <a:bodyPr/>
                    <a:lstStyle/>
                    <a:p>
                      <a:pPr>
                        <a:buNone/>
                      </a:pPr>
                      <a:r>
                        <a:rPr lang="en-IN"/>
                        <a:t>No shared DB</a:t>
                      </a:r>
                    </a:p>
                  </a:txBody>
                  <a:tcPr anchor="ctr">
                    <a:lnL>
                      <a:noFill/>
                    </a:lnL>
                    <a:lnR>
                      <a:noFill/>
                    </a:lnR>
                    <a:lnT>
                      <a:noFill/>
                    </a:lnT>
                    <a:lnB>
                      <a:noFill/>
                    </a:lnB>
                    <a:noFill/>
                  </a:tcPr>
                </a:tc>
                <a:tc>
                  <a:txBody>
                    <a:bodyPr/>
                    <a:lstStyle/>
                    <a:p>
                      <a:pPr>
                        <a:buNone/>
                      </a:pPr>
                      <a:r>
                        <a:rPr lang="en-IN"/>
                        <a:t>Eventual consistency</a:t>
                      </a:r>
                    </a:p>
                  </a:txBody>
                  <a:tcPr anchor="ctr">
                    <a:lnL>
                      <a:noFill/>
                    </a:lnL>
                    <a:lnR>
                      <a:noFill/>
                    </a:lnR>
                    <a:lnT>
                      <a:noFill/>
                    </a:lnT>
                    <a:lnB>
                      <a:noFill/>
                    </a:lnB>
                    <a:noFill/>
                  </a:tcPr>
                </a:tc>
                <a:extLst>
                  <a:ext uri="{0D108BD9-81ED-4DB2-BD59-A6C34878D82A}">
                    <a16:rowId xmlns:a16="http://schemas.microsoft.com/office/drawing/2014/main" val="4151698672"/>
                  </a:ext>
                </a:extLst>
              </a:tr>
              <a:tr h="749056">
                <a:tc>
                  <a:txBody>
                    <a:bodyPr/>
                    <a:lstStyle/>
                    <a:p>
                      <a:pPr>
                        <a:buNone/>
                      </a:pPr>
                      <a:r>
                        <a:rPr lang="en-IN"/>
                        <a:t>Distributed Transactions</a:t>
                      </a:r>
                    </a:p>
                  </a:txBody>
                  <a:tcPr anchor="ctr">
                    <a:lnL>
                      <a:noFill/>
                    </a:lnL>
                    <a:lnR>
                      <a:noFill/>
                    </a:lnR>
                    <a:lnT>
                      <a:noFill/>
                    </a:lnT>
                    <a:lnB>
                      <a:noFill/>
                    </a:lnB>
                    <a:noFill/>
                  </a:tcPr>
                </a:tc>
                <a:tc>
                  <a:txBody>
                    <a:bodyPr/>
                    <a:lstStyle/>
                    <a:p>
                      <a:pPr>
                        <a:buNone/>
                      </a:pPr>
                      <a:r>
                        <a:rPr lang="en-IN"/>
                        <a:t>Transfer across services</a:t>
                      </a:r>
                    </a:p>
                  </a:txBody>
                  <a:tcPr anchor="ctr">
                    <a:lnL>
                      <a:noFill/>
                    </a:lnL>
                    <a:lnR>
                      <a:noFill/>
                    </a:lnR>
                    <a:lnT>
                      <a:noFill/>
                    </a:lnT>
                    <a:lnB>
                      <a:noFill/>
                    </a:lnB>
                    <a:noFill/>
                  </a:tcPr>
                </a:tc>
                <a:tc>
                  <a:txBody>
                    <a:bodyPr/>
                    <a:lstStyle/>
                    <a:p>
                      <a:pPr>
                        <a:buNone/>
                      </a:pPr>
                      <a:r>
                        <a:rPr lang="en-IN"/>
                        <a:t>Saga pattern</a:t>
                      </a:r>
                    </a:p>
                  </a:txBody>
                  <a:tcPr anchor="ctr">
                    <a:lnL>
                      <a:noFill/>
                    </a:lnL>
                    <a:lnR>
                      <a:noFill/>
                    </a:lnR>
                    <a:lnT>
                      <a:noFill/>
                    </a:lnT>
                    <a:lnB>
                      <a:noFill/>
                    </a:lnB>
                    <a:noFill/>
                  </a:tcPr>
                </a:tc>
                <a:extLst>
                  <a:ext uri="{0D108BD9-81ED-4DB2-BD59-A6C34878D82A}">
                    <a16:rowId xmlns:a16="http://schemas.microsoft.com/office/drawing/2014/main" val="3471419761"/>
                  </a:ext>
                </a:extLst>
              </a:tr>
              <a:tr h="749056">
                <a:tc>
                  <a:txBody>
                    <a:bodyPr/>
                    <a:lstStyle/>
                    <a:p>
                      <a:pPr>
                        <a:buNone/>
                      </a:pPr>
                      <a:r>
                        <a:rPr lang="en-IN"/>
                        <a:t>Service Failure</a:t>
                      </a:r>
                    </a:p>
                  </a:txBody>
                  <a:tcPr anchor="ctr">
                    <a:lnL>
                      <a:noFill/>
                    </a:lnL>
                    <a:lnR>
                      <a:noFill/>
                    </a:lnR>
                    <a:lnT>
                      <a:noFill/>
                    </a:lnT>
                    <a:lnB>
                      <a:noFill/>
                    </a:lnB>
                    <a:noFill/>
                  </a:tcPr>
                </a:tc>
                <a:tc>
                  <a:txBody>
                    <a:bodyPr/>
                    <a:lstStyle/>
                    <a:p>
                      <a:pPr>
                        <a:buNone/>
                      </a:pPr>
                      <a:r>
                        <a:rPr lang="en-IN"/>
                        <a:t>One service down</a:t>
                      </a:r>
                    </a:p>
                  </a:txBody>
                  <a:tcPr anchor="ctr">
                    <a:lnL>
                      <a:noFill/>
                    </a:lnL>
                    <a:lnR>
                      <a:noFill/>
                    </a:lnR>
                    <a:lnT>
                      <a:noFill/>
                    </a:lnT>
                    <a:lnB>
                      <a:noFill/>
                    </a:lnB>
                    <a:noFill/>
                  </a:tcPr>
                </a:tc>
                <a:tc>
                  <a:txBody>
                    <a:bodyPr/>
                    <a:lstStyle/>
                    <a:p>
                      <a:pPr>
                        <a:buNone/>
                      </a:pPr>
                      <a:r>
                        <a:rPr lang="en-IN"/>
                        <a:t>Graceful failure handling</a:t>
                      </a:r>
                    </a:p>
                  </a:txBody>
                  <a:tcPr anchor="ctr">
                    <a:lnL>
                      <a:noFill/>
                    </a:lnL>
                    <a:lnR>
                      <a:noFill/>
                    </a:lnR>
                    <a:lnT>
                      <a:noFill/>
                    </a:lnT>
                    <a:lnB>
                      <a:noFill/>
                    </a:lnB>
                    <a:noFill/>
                  </a:tcPr>
                </a:tc>
                <a:extLst>
                  <a:ext uri="{0D108BD9-81ED-4DB2-BD59-A6C34878D82A}">
                    <a16:rowId xmlns:a16="http://schemas.microsoft.com/office/drawing/2014/main" val="1371072877"/>
                  </a:ext>
                </a:extLst>
              </a:tr>
              <a:tr h="749056">
                <a:tc>
                  <a:txBody>
                    <a:bodyPr/>
                    <a:lstStyle/>
                    <a:p>
                      <a:pPr>
                        <a:buNone/>
                      </a:pPr>
                      <a:r>
                        <a:rPr lang="en-IN"/>
                        <a:t>Authentication</a:t>
                      </a:r>
                    </a:p>
                  </a:txBody>
                  <a:tcPr anchor="ctr">
                    <a:lnL>
                      <a:noFill/>
                    </a:lnL>
                    <a:lnR>
                      <a:noFill/>
                    </a:lnR>
                    <a:lnT>
                      <a:noFill/>
                    </a:lnT>
                    <a:lnB>
                      <a:noFill/>
                    </a:lnB>
                    <a:noFill/>
                  </a:tcPr>
                </a:tc>
                <a:tc>
                  <a:txBody>
                    <a:bodyPr/>
                    <a:lstStyle/>
                    <a:p>
                      <a:pPr>
                        <a:buNone/>
                      </a:pPr>
                      <a:r>
                        <a:rPr lang="en-IN"/>
                        <a:t>JWT validation</a:t>
                      </a:r>
                    </a:p>
                  </a:txBody>
                  <a:tcPr anchor="ctr">
                    <a:lnL>
                      <a:noFill/>
                    </a:lnL>
                    <a:lnR>
                      <a:noFill/>
                    </a:lnR>
                    <a:lnT>
                      <a:noFill/>
                    </a:lnT>
                    <a:lnB>
                      <a:noFill/>
                    </a:lnB>
                    <a:noFill/>
                  </a:tcPr>
                </a:tc>
                <a:tc>
                  <a:txBody>
                    <a:bodyPr/>
                    <a:lstStyle/>
                    <a:p>
                      <a:pPr>
                        <a:buNone/>
                      </a:pPr>
                      <a:r>
                        <a:rPr lang="en-IN" dirty="0"/>
                        <a:t>Shared secret key</a:t>
                      </a:r>
                    </a:p>
                  </a:txBody>
                  <a:tcPr anchor="ctr">
                    <a:lnL>
                      <a:noFill/>
                    </a:lnL>
                    <a:lnR>
                      <a:noFill/>
                    </a:lnR>
                    <a:lnT>
                      <a:noFill/>
                    </a:lnT>
                    <a:lnB>
                      <a:noFill/>
                    </a:lnB>
                    <a:noFill/>
                  </a:tcPr>
                </a:tc>
                <a:extLst>
                  <a:ext uri="{0D108BD9-81ED-4DB2-BD59-A6C34878D82A}">
                    <a16:rowId xmlns:a16="http://schemas.microsoft.com/office/drawing/2014/main" val="2251911233"/>
                  </a:ext>
                </a:extLst>
              </a:tr>
            </a:tbl>
          </a:graphicData>
        </a:graphic>
      </p:graphicFrame>
      <p:sp>
        <p:nvSpPr>
          <p:cNvPr id="4" name="Footer Placeholder 3">
            <a:extLst>
              <a:ext uri="{FF2B5EF4-FFF2-40B4-BE49-F238E27FC236}">
                <a16:creationId xmlns:a16="http://schemas.microsoft.com/office/drawing/2014/main" id="{A46ABCEE-28AB-D1AD-84E1-FF1FD3CFAA88}"/>
              </a:ext>
            </a:extLst>
          </p:cNvPr>
          <p:cNvSpPr>
            <a:spLocks noGrp="1"/>
          </p:cNvSpPr>
          <p:nvPr>
            <p:ph type="ftr" sz="quarter" idx="11"/>
          </p:nvPr>
        </p:nvSpPr>
        <p:spPr/>
        <p:txBody>
          <a:bodyPr/>
          <a:lstStyle/>
          <a:p>
            <a:r>
              <a:rPr lang="en-US"/>
              <a:t>Department of Computer Science and Engineering</a:t>
            </a:r>
            <a:endParaRPr lang="en-IN"/>
          </a:p>
        </p:txBody>
      </p:sp>
      <p:sp>
        <p:nvSpPr>
          <p:cNvPr id="5" name="Slide Number Placeholder 4">
            <a:extLst>
              <a:ext uri="{FF2B5EF4-FFF2-40B4-BE49-F238E27FC236}">
                <a16:creationId xmlns:a16="http://schemas.microsoft.com/office/drawing/2014/main" id="{8D913FF1-8279-1C6A-4831-2C9B4328851C}"/>
              </a:ext>
            </a:extLst>
          </p:cNvPr>
          <p:cNvSpPr>
            <a:spLocks noGrp="1"/>
          </p:cNvSpPr>
          <p:nvPr>
            <p:ph type="sldNum" sz="quarter" idx="12"/>
          </p:nvPr>
        </p:nvSpPr>
        <p:spPr/>
        <p:txBody>
          <a:bodyPr/>
          <a:lstStyle/>
          <a:p>
            <a:fld id="{1245FD78-8DE1-44B0-BD44-E067D054697C}" type="slidenum">
              <a:rPr lang="en-IN" smtClean="0"/>
              <a:pPr/>
              <a:t>14</a:t>
            </a:fld>
            <a:endParaRPr lang="en-IN"/>
          </a:p>
        </p:txBody>
      </p:sp>
      <p:graphicFrame>
        <p:nvGraphicFramePr>
          <p:cNvPr id="7" name="Table 6">
            <a:extLst>
              <a:ext uri="{FF2B5EF4-FFF2-40B4-BE49-F238E27FC236}">
                <a16:creationId xmlns:a16="http://schemas.microsoft.com/office/drawing/2014/main" id="{FFCAD462-654E-5CBF-37C7-4A12601B8F61}"/>
              </a:ext>
            </a:extLst>
          </p:cNvPr>
          <p:cNvGraphicFramePr>
            <a:graphicFrameLocks noGrp="1"/>
          </p:cNvGraphicFramePr>
          <p:nvPr>
            <p:extLst>
              <p:ext uri="{D42A27DB-BD31-4B8C-83A1-F6EECF244321}">
                <p14:modId xmlns:p14="http://schemas.microsoft.com/office/powerpoint/2010/main" val="3259791540"/>
              </p:ext>
            </p:extLst>
          </p:nvPr>
        </p:nvGraphicFramePr>
        <p:xfrm>
          <a:off x="646772" y="1952990"/>
          <a:ext cx="9513228" cy="3745280"/>
        </p:xfrm>
        <a:graphic>
          <a:graphicData uri="http://schemas.openxmlformats.org/drawingml/2006/table">
            <a:tbl>
              <a:tblPr firstRow="1" bandRow="1">
                <a:tableStyleId>{5940675A-B579-460E-94D1-54222C63F5DA}</a:tableStyleId>
              </a:tblPr>
              <a:tblGrid>
                <a:gridCol w="3171076">
                  <a:extLst>
                    <a:ext uri="{9D8B030D-6E8A-4147-A177-3AD203B41FA5}">
                      <a16:colId xmlns:a16="http://schemas.microsoft.com/office/drawing/2014/main" val="531244614"/>
                    </a:ext>
                  </a:extLst>
                </a:gridCol>
                <a:gridCol w="3171076">
                  <a:extLst>
                    <a:ext uri="{9D8B030D-6E8A-4147-A177-3AD203B41FA5}">
                      <a16:colId xmlns:a16="http://schemas.microsoft.com/office/drawing/2014/main" val="4195310969"/>
                    </a:ext>
                  </a:extLst>
                </a:gridCol>
                <a:gridCol w="3171076">
                  <a:extLst>
                    <a:ext uri="{9D8B030D-6E8A-4147-A177-3AD203B41FA5}">
                      <a16:colId xmlns:a16="http://schemas.microsoft.com/office/drawing/2014/main" val="3915405578"/>
                    </a:ext>
                  </a:extLst>
                </a:gridCol>
              </a:tblGrid>
              <a:tr h="749056">
                <a:tc>
                  <a:txBody>
                    <a:bodyPr/>
                    <a:lstStyle/>
                    <a:p>
                      <a:endParaRPr lang="en-IN"/>
                    </a:p>
                  </a:txBody>
                  <a:tcPr/>
                </a:tc>
                <a:tc>
                  <a:txBody>
                    <a:bodyPr/>
                    <a:lstStyle/>
                    <a:p>
                      <a:endParaRPr lang="en-IN"/>
                    </a:p>
                  </a:txBody>
                  <a:tcPr/>
                </a:tc>
                <a:tc>
                  <a:txBody>
                    <a:bodyPr/>
                    <a:lstStyle/>
                    <a:p>
                      <a:endParaRPr lang="en-IN"/>
                    </a:p>
                  </a:txBody>
                  <a:tcPr/>
                </a:tc>
                <a:extLst>
                  <a:ext uri="{0D108BD9-81ED-4DB2-BD59-A6C34878D82A}">
                    <a16:rowId xmlns:a16="http://schemas.microsoft.com/office/drawing/2014/main" val="1422565011"/>
                  </a:ext>
                </a:extLst>
              </a:tr>
              <a:tr h="749056">
                <a:tc>
                  <a:txBody>
                    <a:bodyPr/>
                    <a:lstStyle/>
                    <a:p>
                      <a:endParaRPr lang="en-IN"/>
                    </a:p>
                  </a:txBody>
                  <a:tcPr/>
                </a:tc>
                <a:tc>
                  <a:txBody>
                    <a:bodyPr/>
                    <a:lstStyle/>
                    <a:p>
                      <a:endParaRPr lang="en-IN"/>
                    </a:p>
                  </a:txBody>
                  <a:tcPr/>
                </a:tc>
                <a:tc>
                  <a:txBody>
                    <a:bodyPr/>
                    <a:lstStyle/>
                    <a:p>
                      <a:endParaRPr lang="en-IN"/>
                    </a:p>
                  </a:txBody>
                  <a:tcPr/>
                </a:tc>
                <a:extLst>
                  <a:ext uri="{0D108BD9-81ED-4DB2-BD59-A6C34878D82A}">
                    <a16:rowId xmlns:a16="http://schemas.microsoft.com/office/drawing/2014/main" val="3657840232"/>
                  </a:ext>
                </a:extLst>
              </a:tr>
              <a:tr h="749056">
                <a:tc>
                  <a:txBody>
                    <a:bodyPr/>
                    <a:lstStyle/>
                    <a:p>
                      <a:endParaRPr lang="en-IN"/>
                    </a:p>
                  </a:txBody>
                  <a:tcPr/>
                </a:tc>
                <a:tc>
                  <a:txBody>
                    <a:bodyPr/>
                    <a:lstStyle/>
                    <a:p>
                      <a:endParaRPr lang="en-IN"/>
                    </a:p>
                  </a:txBody>
                  <a:tcPr/>
                </a:tc>
                <a:tc>
                  <a:txBody>
                    <a:bodyPr/>
                    <a:lstStyle/>
                    <a:p>
                      <a:endParaRPr lang="en-IN"/>
                    </a:p>
                  </a:txBody>
                  <a:tcPr/>
                </a:tc>
                <a:extLst>
                  <a:ext uri="{0D108BD9-81ED-4DB2-BD59-A6C34878D82A}">
                    <a16:rowId xmlns:a16="http://schemas.microsoft.com/office/drawing/2014/main" val="1785306781"/>
                  </a:ext>
                </a:extLst>
              </a:tr>
              <a:tr h="749056">
                <a:tc>
                  <a:txBody>
                    <a:bodyPr/>
                    <a:lstStyle/>
                    <a:p>
                      <a:endParaRPr lang="en-IN"/>
                    </a:p>
                  </a:txBody>
                  <a:tcPr/>
                </a:tc>
                <a:tc>
                  <a:txBody>
                    <a:bodyPr/>
                    <a:lstStyle/>
                    <a:p>
                      <a:endParaRPr lang="en-IN"/>
                    </a:p>
                  </a:txBody>
                  <a:tcPr/>
                </a:tc>
                <a:tc>
                  <a:txBody>
                    <a:bodyPr/>
                    <a:lstStyle/>
                    <a:p>
                      <a:endParaRPr lang="en-IN"/>
                    </a:p>
                  </a:txBody>
                  <a:tcPr/>
                </a:tc>
                <a:extLst>
                  <a:ext uri="{0D108BD9-81ED-4DB2-BD59-A6C34878D82A}">
                    <a16:rowId xmlns:a16="http://schemas.microsoft.com/office/drawing/2014/main" val="2417888679"/>
                  </a:ext>
                </a:extLst>
              </a:tr>
              <a:tr h="749056">
                <a:tc>
                  <a:txBody>
                    <a:bodyPr/>
                    <a:lstStyle/>
                    <a:p>
                      <a:endParaRPr lang="en-IN"/>
                    </a:p>
                  </a:txBody>
                  <a:tcPr/>
                </a:tc>
                <a:tc>
                  <a:txBody>
                    <a:bodyPr/>
                    <a:lstStyle/>
                    <a:p>
                      <a:endParaRPr lang="en-IN"/>
                    </a:p>
                  </a:txBody>
                  <a:tcPr/>
                </a:tc>
                <a:tc>
                  <a:txBody>
                    <a:bodyPr/>
                    <a:lstStyle/>
                    <a:p>
                      <a:endParaRPr lang="en-IN" dirty="0"/>
                    </a:p>
                  </a:txBody>
                  <a:tcPr/>
                </a:tc>
                <a:extLst>
                  <a:ext uri="{0D108BD9-81ED-4DB2-BD59-A6C34878D82A}">
                    <a16:rowId xmlns:a16="http://schemas.microsoft.com/office/drawing/2014/main" val="23435839"/>
                  </a:ext>
                </a:extLst>
              </a:tr>
            </a:tbl>
          </a:graphicData>
        </a:graphic>
      </p:graphicFrame>
    </p:spTree>
    <p:extLst>
      <p:ext uri="{BB962C8B-B14F-4D97-AF65-F5344CB8AC3E}">
        <p14:creationId xmlns:p14="http://schemas.microsoft.com/office/powerpoint/2010/main" val="8855083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80517E-120A-3493-569C-81A9B738906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1976C62-B5ED-A403-1D58-F11C4225B32A}"/>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Deployment and monitoring challenges</a:t>
            </a:r>
          </a:p>
        </p:txBody>
      </p:sp>
      <p:sp>
        <p:nvSpPr>
          <p:cNvPr id="3" name="Content Placeholder 2">
            <a:extLst>
              <a:ext uri="{FF2B5EF4-FFF2-40B4-BE49-F238E27FC236}">
                <a16:creationId xmlns:a16="http://schemas.microsoft.com/office/drawing/2014/main" id="{EF0B7FD3-12E6-DD53-C955-28774DFE349C}"/>
              </a:ext>
            </a:extLst>
          </p:cNvPr>
          <p:cNvSpPr>
            <a:spLocks noGrp="1"/>
          </p:cNvSpPr>
          <p:nvPr>
            <p:ph idx="1"/>
          </p:nvPr>
        </p:nvSpPr>
        <p:spPr/>
        <p:txBody>
          <a:bodyPr>
            <a:noAutofit/>
          </a:bodyPr>
          <a:lstStyle/>
          <a:p>
            <a:r>
              <a:rPr lang="en-US" sz="1800" b="1" dirty="0"/>
              <a:t>Deployment Challenges:</a:t>
            </a:r>
            <a:endParaRPr lang="en-US" sz="1800" dirty="0"/>
          </a:p>
          <a:p>
            <a:pPr>
              <a:buFont typeface="Wingdings" panose="05000000000000000000" pitchFamily="2" charset="2"/>
              <a:buChar char="Ø"/>
            </a:pPr>
            <a:r>
              <a:rPr lang="en-US" sz="1800" dirty="0"/>
              <a:t>Multiple services and ports</a:t>
            </a:r>
          </a:p>
          <a:p>
            <a:pPr>
              <a:buFont typeface="Wingdings" panose="05000000000000000000" pitchFamily="2" charset="2"/>
              <a:buChar char="Ø"/>
            </a:pPr>
            <a:r>
              <a:rPr lang="en-US" sz="1800" dirty="0"/>
              <a:t>Startup order dependency</a:t>
            </a:r>
          </a:p>
          <a:p>
            <a:pPr>
              <a:buFont typeface="Wingdings" panose="05000000000000000000" pitchFamily="2" charset="2"/>
              <a:buChar char="Ø"/>
            </a:pPr>
            <a:r>
              <a:rPr lang="en-US" sz="1800" dirty="0"/>
              <a:t>Database setup per service</a:t>
            </a:r>
          </a:p>
          <a:p>
            <a:endParaRPr lang="en-US" sz="1800" dirty="0"/>
          </a:p>
          <a:p>
            <a:r>
              <a:rPr lang="en-US" sz="1800" b="1" dirty="0"/>
              <a:t>Monitoring Challenges:</a:t>
            </a:r>
            <a:endParaRPr lang="en-US" sz="1800" dirty="0"/>
          </a:p>
          <a:p>
            <a:pPr>
              <a:buFont typeface="Wingdings" panose="05000000000000000000" pitchFamily="2" charset="2"/>
              <a:buChar char="Ø"/>
            </a:pPr>
            <a:r>
              <a:rPr lang="en-US" sz="1800" dirty="0"/>
              <a:t>Distributed logs</a:t>
            </a:r>
          </a:p>
          <a:p>
            <a:pPr>
              <a:buFont typeface="Wingdings" panose="05000000000000000000" pitchFamily="2" charset="2"/>
              <a:buChar char="Ø"/>
            </a:pPr>
            <a:r>
              <a:rPr lang="en-US" sz="1800" dirty="0"/>
              <a:t>Request tracing</a:t>
            </a:r>
          </a:p>
          <a:p>
            <a:pPr>
              <a:buFont typeface="Wingdings" panose="05000000000000000000" pitchFamily="2" charset="2"/>
              <a:buChar char="Ø"/>
            </a:pPr>
            <a:r>
              <a:rPr lang="en-US" sz="1800" dirty="0"/>
              <a:t>Service health monitoring</a:t>
            </a:r>
          </a:p>
          <a:p>
            <a:endParaRPr lang="en-IN" sz="1800" dirty="0"/>
          </a:p>
        </p:txBody>
      </p:sp>
      <p:sp>
        <p:nvSpPr>
          <p:cNvPr id="4" name="Footer Placeholder 3">
            <a:extLst>
              <a:ext uri="{FF2B5EF4-FFF2-40B4-BE49-F238E27FC236}">
                <a16:creationId xmlns:a16="http://schemas.microsoft.com/office/drawing/2014/main" id="{A46ABCEE-28AB-D1AD-84E1-FF1FD3CFAA88}"/>
              </a:ext>
            </a:extLst>
          </p:cNvPr>
          <p:cNvSpPr>
            <a:spLocks noGrp="1"/>
          </p:cNvSpPr>
          <p:nvPr>
            <p:ph type="ftr" sz="quarter" idx="11"/>
          </p:nvPr>
        </p:nvSpPr>
        <p:spPr/>
        <p:txBody>
          <a:bodyPr/>
          <a:lstStyle/>
          <a:p>
            <a:r>
              <a:rPr lang="en-US"/>
              <a:t>Department of Computer Science and Engineering</a:t>
            </a:r>
            <a:endParaRPr lang="en-IN"/>
          </a:p>
        </p:txBody>
      </p:sp>
      <p:sp>
        <p:nvSpPr>
          <p:cNvPr id="5" name="Slide Number Placeholder 4">
            <a:extLst>
              <a:ext uri="{FF2B5EF4-FFF2-40B4-BE49-F238E27FC236}">
                <a16:creationId xmlns:a16="http://schemas.microsoft.com/office/drawing/2014/main" id="{8D913FF1-8279-1C6A-4831-2C9B4328851C}"/>
              </a:ext>
            </a:extLst>
          </p:cNvPr>
          <p:cNvSpPr>
            <a:spLocks noGrp="1"/>
          </p:cNvSpPr>
          <p:nvPr>
            <p:ph type="sldNum" sz="quarter" idx="12"/>
          </p:nvPr>
        </p:nvSpPr>
        <p:spPr/>
        <p:txBody>
          <a:bodyPr/>
          <a:lstStyle/>
          <a:p>
            <a:fld id="{1245FD78-8DE1-44B0-BD44-E067D054697C}" type="slidenum">
              <a:rPr lang="en-IN" smtClean="0"/>
              <a:pPr/>
              <a:t>15</a:t>
            </a:fld>
            <a:endParaRPr lang="en-IN"/>
          </a:p>
        </p:txBody>
      </p:sp>
    </p:spTree>
    <p:extLst>
      <p:ext uri="{BB962C8B-B14F-4D97-AF65-F5344CB8AC3E}">
        <p14:creationId xmlns:p14="http://schemas.microsoft.com/office/powerpoint/2010/main" val="360799330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CECF0FC6-D57B-48B6-9036-F4FFD91A4B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6315"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DE89A55-3FEE-4B9F-1B88-5F5C5FF1CA98}"/>
              </a:ext>
            </a:extLst>
          </p:cNvPr>
          <p:cNvSpPr>
            <a:spLocks noGrp="1"/>
          </p:cNvSpPr>
          <p:nvPr>
            <p:ph type="title"/>
          </p:nvPr>
        </p:nvSpPr>
        <p:spPr>
          <a:xfrm>
            <a:off x="990932" y="286603"/>
            <a:ext cx="6750987" cy="1450757"/>
          </a:xfrm>
        </p:spPr>
        <p:txBody>
          <a:bodyPr>
            <a:normAutofit/>
          </a:bodyPr>
          <a:lstStyle/>
          <a:p>
            <a:r>
              <a:rPr lang="en-IN">
                <a:solidFill>
                  <a:schemeClr val="accent2"/>
                </a:solidFill>
              </a:rPr>
              <a:t>Conclusion</a:t>
            </a:r>
          </a:p>
        </p:txBody>
      </p:sp>
      <p:sp>
        <p:nvSpPr>
          <p:cNvPr id="3" name="Content Placeholder 2">
            <a:extLst>
              <a:ext uri="{FF2B5EF4-FFF2-40B4-BE49-F238E27FC236}">
                <a16:creationId xmlns:a16="http://schemas.microsoft.com/office/drawing/2014/main" id="{E1A8B00B-36C7-C916-1515-BAB2AB5201AD}"/>
              </a:ext>
            </a:extLst>
          </p:cNvPr>
          <p:cNvSpPr>
            <a:spLocks noGrp="1"/>
          </p:cNvSpPr>
          <p:nvPr>
            <p:ph idx="1"/>
          </p:nvPr>
        </p:nvSpPr>
        <p:spPr>
          <a:xfrm>
            <a:off x="1044204" y="2023962"/>
            <a:ext cx="6697715" cy="3845131"/>
          </a:xfrm>
        </p:spPr>
        <p:txBody>
          <a:bodyPr>
            <a:normAutofit/>
          </a:bodyPr>
          <a:lstStyle/>
          <a:p>
            <a:r>
              <a:rPr lang="en-US" dirty="0"/>
              <a:t>The Bank Management System using microservices improves scalability, flexibility, and reliability by dividing the application into independent services. Each service can be deployed and scaled separately, making the system easier to manage and enhance compared to a monolithic architecture.</a:t>
            </a:r>
            <a:endParaRPr lang="en-IN"/>
          </a:p>
        </p:txBody>
      </p:sp>
      <p:sp>
        <p:nvSpPr>
          <p:cNvPr id="4" name="Footer Placeholder 3">
            <a:extLst>
              <a:ext uri="{FF2B5EF4-FFF2-40B4-BE49-F238E27FC236}">
                <a16:creationId xmlns:a16="http://schemas.microsoft.com/office/drawing/2014/main" id="{3391C22B-9237-80F7-A6F2-1CF72175BB85}"/>
              </a:ext>
            </a:extLst>
          </p:cNvPr>
          <p:cNvSpPr>
            <a:spLocks noGrp="1"/>
          </p:cNvSpPr>
          <p:nvPr>
            <p:ph type="ftr" sz="quarter" idx="11"/>
          </p:nvPr>
        </p:nvSpPr>
        <p:spPr>
          <a:xfrm>
            <a:off x="1044203" y="6459785"/>
            <a:ext cx="6300297" cy="365125"/>
          </a:xfrm>
        </p:spPr>
        <p:txBody>
          <a:bodyPr>
            <a:normAutofit/>
          </a:bodyPr>
          <a:lstStyle/>
          <a:p>
            <a:pPr algn="l">
              <a:spcAft>
                <a:spcPts val="600"/>
              </a:spcAft>
            </a:pPr>
            <a:r>
              <a:rPr lang="en-US">
                <a:solidFill>
                  <a:schemeClr val="tx2"/>
                </a:solidFill>
              </a:rPr>
              <a:t>Department of Computer Science and Engineering</a:t>
            </a:r>
            <a:endParaRPr lang="en-IN">
              <a:solidFill>
                <a:schemeClr val="tx2"/>
              </a:solidFill>
            </a:endParaRPr>
          </a:p>
        </p:txBody>
      </p:sp>
      <p:sp>
        <p:nvSpPr>
          <p:cNvPr id="12" name="Rectangle 11">
            <a:extLst>
              <a:ext uri="{FF2B5EF4-FFF2-40B4-BE49-F238E27FC236}">
                <a16:creationId xmlns:a16="http://schemas.microsoft.com/office/drawing/2014/main" id="{717A211C-5863-4303-AC3D-AEBFDF6D6A4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44150"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14" name="Rectangle 13">
            <a:extLst>
              <a:ext uri="{FF2B5EF4-FFF2-40B4-BE49-F238E27FC236}">
                <a16:creationId xmlns:a16="http://schemas.microsoft.com/office/drawing/2014/main" id="{087519CD-2FFF-42E3-BB0C-FEAA828BA5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32823"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5" name="Slide Number Placeholder 4">
            <a:extLst>
              <a:ext uri="{FF2B5EF4-FFF2-40B4-BE49-F238E27FC236}">
                <a16:creationId xmlns:a16="http://schemas.microsoft.com/office/drawing/2014/main" id="{5FBDAE6C-EF61-5A1C-7CAA-ED345B9BC50B}"/>
              </a:ext>
            </a:extLst>
          </p:cNvPr>
          <p:cNvSpPr>
            <a:spLocks noGrp="1"/>
          </p:cNvSpPr>
          <p:nvPr>
            <p:ph type="sldNum" sz="quarter" idx="12"/>
          </p:nvPr>
        </p:nvSpPr>
        <p:spPr>
          <a:xfrm>
            <a:off x="9900458" y="6459785"/>
            <a:ext cx="1312025" cy="365125"/>
          </a:xfrm>
        </p:spPr>
        <p:txBody>
          <a:bodyPr>
            <a:normAutofit/>
          </a:bodyPr>
          <a:lstStyle/>
          <a:p>
            <a:pPr>
              <a:spcAft>
                <a:spcPts val="600"/>
              </a:spcAft>
            </a:pPr>
            <a:fld id="{1245FD78-8DE1-44B0-BD44-E067D054697C}" type="slidenum">
              <a:rPr lang="en-IN" smtClean="0"/>
              <a:pPr>
                <a:spcAft>
                  <a:spcPts val="600"/>
                </a:spcAft>
              </a:pPr>
              <a:t>16</a:t>
            </a:fld>
            <a:endParaRPr lang="en-IN"/>
          </a:p>
        </p:txBody>
      </p:sp>
    </p:spTree>
    <p:extLst>
      <p:ext uri="{BB962C8B-B14F-4D97-AF65-F5344CB8AC3E}">
        <p14:creationId xmlns:p14="http://schemas.microsoft.com/office/powerpoint/2010/main" val="4179145009"/>
      </p:ext>
    </p:extLst>
  </p:cSld>
  <p:clrMapOvr>
    <a:masterClrMapping/>
  </p:clrMapOvr>
</p:sld>
</file>

<file path=ppt/theme/theme1.xml><?xml version="1.0" encoding="utf-8"?>
<a:theme xmlns:a="http://schemas.openxmlformats.org/drawingml/2006/main" name="Retrospect">
  <a:themeElements>
    <a:clrScheme name="Custom 1">
      <a:dk1>
        <a:sysClr val="windowText" lastClr="000000"/>
      </a:dk1>
      <a:lt1>
        <a:sysClr val="window" lastClr="FFFFFF"/>
      </a:lt1>
      <a:dk2>
        <a:srgbClr val="775F55"/>
      </a:dk2>
      <a:lt2>
        <a:srgbClr val="EBDDC3"/>
      </a:lt2>
      <a:accent1>
        <a:srgbClr val="94B6D2"/>
      </a:accent1>
      <a:accent2>
        <a:srgbClr val="7030A0"/>
      </a:accent2>
      <a:accent3>
        <a:srgbClr val="A5AB81"/>
      </a:accent3>
      <a:accent4>
        <a:srgbClr val="D8B25C"/>
      </a:accent4>
      <a:accent5>
        <a:srgbClr val="7BA79D"/>
      </a:accent5>
      <a:accent6>
        <a:srgbClr val="968C8C"/>
      </a:accent6>
      <a:hlink>
        <a:srgbClr val="F7B615"/>
      </a:hlink>
      <a:folHlink>
        <a:srgbClr val="704404"/>
      </a:folHlink>
    </a:clrScheme>
    <a:fontScheme name="Retrospect">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5742</TotalTime>
  <Words>746</Words>
  <Application>Microsoft Macintosh PowerPoint</Application>
  <PresentationFormat>Widescreen</PresentationFormat>
  <Paragraphs>184</Paragraphs>
  <Slides>16</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Arial</vt:lpstr>
      <vt:lpstr>Calibri</vt:lpstr>
      <vt:lpstr>Calibri Light</vt:lpstr>
      <vt:lpstr>Times New Roman</vt:lpstr>
      <vt:lpstr>Wingdings</vt:lpstr>
      <vt:lpstr>Retrospect</vt:lpstr>
      <vt:lpstr>Project Title:   Bank Management System</vt:lpstr>
      <vt:lpstr>Agenda</vt:lpstr>
      <vt:lpstr>Application Overview</vt:lpstr>
      <vt:lpstr>Microservices Architecture</vt:lpstr>
      <vt:lpstr>List of microservices </vt:lpstr>
      <vt:lpstr>Communication method</vt:lpstr>
      <vt:lpstr>Database per service</vt:lpstr>
      <vt:lpstr>System Architecture Overview</vt:lpstr>
      <vt:lpstr>High-level microservices architecture diagram</vt:lpstr>
      <vt:lpstr>High-level microservices architecture diagram</vt:lpstr>
      <vt:lpstr>Interaction between services</vt:lpstr>
      <vt:lpstr>Service Discovery &amp; Configuration </vt:lpstr>
      <vt:lpstr>API Gateway</vt:lpstr>
      <vt:lpstr>Design challenges</vt:lpstr>
      <vt:lpstr>Deployment and monitoring challenges</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Sanjeetha R</dc:creator>
  <cp:lastModifiedBy>Arjun Shetty</cp:lastModifiedBy>
  <cp:revision>841</cp:revision>
  <dcterms:created xsi:type="dcterms:W3CDTF">2020-08-26T05:56:20Z</dcterms:created>
  <dcterms:modified xsi:type="dcterms:W3CDTF">2025-12-15T04:43:37Z</dcterms:modified>
</cp:coreProperties>
</file>